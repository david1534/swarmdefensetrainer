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0" r:id="rId5"/>
  </p:sldMasterIdLst>
  <p:notesMasterIdLst>
    <p:notesMasterId r:id="rId11"/>
  </p:notesMasterIdLst>
  <p:sldIdLst>
    <p:sldId id="256" r:id="rId6"/>
    <p:sldId id="2072577431" r:id="rId7"/>
    <p:sldId id="259" r:id="rId8"/>
    <p:sldId id="2147475647" r:id="rId9"/>
    <p:sldId id="214747558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495FC5-1F45-22C2-F1EF-CC10AEFC828B}" name="Elshennawy, Mohammed (US)" initials="EM" userId="Elshennawy, Mohammed (U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000099"/>
    <a:srgbClr val="FF8200"/>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DAACA1-10D6-46AC-802A-760FEDF0CCEC}"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C27482-3273-463A-9002-C44F02CC6DC8}" type="slidenum">
              <a:rPr lang="en-US" smtClean="0"/>
              <a:t>‹#›</a:t>
            </a:fld>
            <a:endParaRPr lang="en-US"/>
          </a:p>
        </p:txBody>
      </p:sp>
    </p:spTree>
    <p:extLst>
      <p:ext uri="{BB962C8B-B14F-4D97-AF65-F5344CB8AC3E}">
        <p14:creationId xmlns:p14="http://schemas.microsoft.com/office/powerpoint/2010/main" val="4200506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C4454-E77F-5827-41F6-12D48414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F35E3-08D1-BF0A-E577-556F5BE98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121C7B-867A-BCA1-823F-F8DA9E8961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25B3C0-0469-D4DD-3A14-B89567256B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CBAB69-F327-4B0B-A8D8-23AA5410F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4697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n"/>
            </a:pPr>
            <a:endParaRPr lang="en-US">
              <a:ea typeface="Calibri"/>
              <a:cs typeface="Calibri"/>
            </a:endParaRPr>
          </a:p>
        </p:txBody>
      </p:sp>
      <p:sp>
        <p:nvSpPr>
          <p:cNvPr id="4" name="Slide Number Placeholder 3"/>
          <p:cNvSpPr>
            <a:spLocks noGrp="1"/>
          </p:cNvSpPr>
          <p:nvPr>
            <p:ph type="sldNum" sz="quarter" idx="5"/>
          </p:nvPr>
        </p:nvSpPr>
        <p:spPr/>
        <p:txBody>
          <a:bodyPr/>
          <a:lstStyle/>
          <a:p>
            <a:fld id="{942A28B2-6879-4A07-937A-6F5BCE681D3B}" type="slidenum">
              <a:rPr lang="en-US"/>
              <a:t>4</a:t>
            </a:fld>
            <a:endParaRPr lang="en-US"/>
          </a:p>
        </p:txBody>
      </p:sp>
    </p:spTree>
    <p:extLst>
      <p:ext uri="{BB962C8B-B14F-4D97-AF65-F5344CB8AC3E}">
        <p14:creationId xmlns:p14="http://schemas.microsoft.com/office/powerpoint/2010/main" val="32968848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ue Title Slide">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91FA71E-0212-4DBE-A395-9FE7E0C98054}"/>
              </a:ext>
            </a:extLst>
          </p:cNvPr>
          <p:cNvSpPr/>
          <p:nvPr userDrawn="1"/>
        </p:nvSpPr>
        <p:spPr>
          <a:xfrm>
            <a:off x="-1" y="-5424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C6617D5-B90F-45FD-B3DA-A0A816BE6062}"/>
              </a:ext>
            </a:extLst>
          </p:cNvPr>
          <p:cNvSpPr/>
          <p:nvPr userDrawn="1"/>
        </p:nvSpPr>
        <p:spPr>
          <a:xfrm>
            <a:off x="0" y="4661453"/>
            <a:ext cx="12191999" cy="21965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
            <a:extLst>
              <a:ext uri="{FF2B5EF4-FFF2-40B4-BE49-F238E27FC236}">
                <a16:creationId xmlns:a16="http://schemas.microsoft.com/office/drawing/2014/main" id="{B0DA0C76-AEC9-4E07-A095-29386CBD0975}"/>
              </a:ext>
            </a:extLst>
          </p:cNvPr>
          <p:cNvSpPr txBox="1">
            <a:spLocks/>
          </p:cNvSpPr>
          <p:nvPr userDrawn="1"/>
        </p:nvSpPr>
        <p:spPr>
          <a:xfrm>
            <a:off x="4370832" y="6556248"/>
            <a:ext cx="3465576" cy="285750"/>
          </a:xfrm>
          <a:prstGeom prst="rect">
            <a:avLst/>
          </a:prstGeom>
        </p:spPr>
        <p:txBody>
          <a:bodyPr/>
          <a:lstStyle>
            <a:lvl1pPr marL="0" indent="0" algn="l" defTabSz="914400" rtl="0" eaLnBrk="1" latinLnBrk="0" hangingPunct="1">
              <a:lnSpc>
                <a:spcPct val="90000"/>
              </a:lnSpc>
              <a:spcBef>
                <a:spcPts val="1000"/>
              </a:spcBef>
              <a:buFontTx/>
              <a:buNone/>
              <a:defRPr sz="900" kern="1200" baseline="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800">
                <a:solidFill>
                  <a:srgbClr val="414042"/>
                </a:solidFill>
              </a:rPr>
              <a:t>LOCKHEED MARTIN PROPRIETARY INFORMATION</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22016392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lt Title Slide Three Images">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C6617D5-B90F-45FD-B3DA-A0A816BE6062}"/>
              </a:ext>
            </a:extLst>
          </p:cNvPr>
          <p:cNvSpPr/>
          <p:nvPr userDrawn="1"/>
        </p:nvSpPr>
        <p:spPr>
          <a:xfrm>
            <a:off x="0" y="4661453"/>
            <a:ext cx="12191999" cy="21965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
            <a:extLst>
              <a:ext uri="{FF2B5EF4-FFF2-40B4-BE49-F238E27FC236}">
                <a16:creationId xmlns:a16="http://schemas.microsoft.com/office/drawing/2014/main" id="{B0DA0C76-AEC9-4E07-A095-29386CBD0975}"/>
              </a:ext>
            </a:extLst>
          </p:cNvPr>
          <p:cNvSpPr txBox="1">
            <a:spLocks/>
          </p:cNvSpPr>
          <p:nvPr userDrawn="1"/>
        </p:nvSpPr>
        <p:spPr>
          <a:xfrm>
            <a:off x="4370832" y="6556248"/>
            <a:ext cx="3463048" cy="285750"/>
          </a:xfrm>
          <a:prstGeom prst="rect">
            <a:avLst/>
          </a:prstGeom>
        </p:spPr>
        <p:txBody>
          <a:bodyPr/>
          <a:lstStyle>
            <a:lvl1pPr marL="0" indent="0" algn="l" defTabSz="914400" rtl="0" eaLnBrk="1" latinLnBrk="0" hangingPunct="1">
              <a:lnSpc>
                <a:spcPct val="90000"/>
              </a:lnSpc>
              <a:spcBef>
                <a:spcPts val="1000"/>
              </a:spcBef>
              <a:buFontTx/>
              <a:buNone/>
              <a:defRPr sz="900" kern="1200" baseline="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800">
                <a:solidFill>
                  <a:srgbClr val="414042"/>
                </a:solidFill>
              </a:rPr>
              <a:t>LOCKHEED MARTIN PROPRIETARY INFORMATION</a:t>
            </a:r>
          </a:p>
        </p:txBody>
      </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28"/>
            <a:ext cx="4052888" cy="4661481"/>
          </a:xfrm>
          <a:prstGeom prst="rect">
            <a:avLst/>
          </a:prstGeom>
        </p:spPr>
        <p:txBody>
          <a:bodyPr anchor="ctr"/>
          <a:lstStyle>
            <a:lvl1pPr marL="0" indent="0" algn="ctr">
              <a:buNone/>
              <a:defRPr/>
            </a:lvl1pPr>
          </a:lstStyle>
          <a:p>
            <a:endParaRPr lang="en-US"/>
          </a:p>
        </p:txBody>
      </p:sp>
      <p:sp>
        <p:nvSpPr>
          <p:cNvPr id="12" name="Picture Placeholder 3">
            <a:extLst>
              <a:ext uri="{FF2B5EF4-FFF2-40B4-BE49-F238E27FC236}">
                <a16:creationId xmlns:a16="http://schemas.microsoft.com/office/drawing/2014/main" id="{2E7EBE47-C42F-463E-A18D-5FA034BA22CD}"/>
              </a:ext>
            </a:extLst>
          </p:cNvPr>
          <p:cNvSpPr>
            <a:spLocks noGrp="1"/>
          </p:cNvSpPr>
          <p:nvPr>
            <p:ph type="pic" sz="quarter" idx="27"/>
          </p:nvPr>
        </p:nvSpPr>
        <p:spPr>
          <a:xfrm>
            <a:off x="4069556" y="-28"/>
            <a:ext cx="4052888" cy="4661481"/>
          </a:xfrm>
          <a:prstGeom prst="rect">
            <a:avLst/>
          </a:prstGeom>
        </p:spPr>
        <p:txBody>
          <a:bodyPr anchor="ctr"/>
          <a:lstStyle>
            <a:lvl1pPr marL="0" indent="0" algn="ctr">
              <a:buNone/>
              <a:defRPr/>
            </a:lvl1pPr>
          </a:lstStyle>
          <a:p>
            <a:endParaRPr lang="en-US"/>
          </a:p>
        </p:txBody>
      </p:sp>
      <p:sp>
        <p:nvSpPr>
          <p:cNvPr id="13" name="Picture Placeholder 3">
            <a:extLst>
              <a:ext uri="{FF2B5EF4-FFF2-40B4-BE49-F238E27FC236}">
                <a16:creationId xmlns:a16="http://schemas.microsoft.com/office/drawing/2014/main" id="{8328F9AF-62EA-4F6E-BF8B-65716F02AC8D}"/>
              </a:ext>
            </a:extLst>
          </p:cNvPr>
          <p:cNvSpPr>
            <a:spLocks noGrp="1"/>
          </p:cNvSpPr>
          <p:nvPr>
            <p:ph type="pic" sz="quarter" idx="28"/>
          </p:nvPr>
        </p:nvSpPr>
        <p:spPr>
          <a:xfrm>
            <a:off x="8139112" y="-28"/>
            <a:ext cx="4052888" cy="4661481"/>
          </a:xfrm>
          <a:prstGeom prst="rect">
            <a:avLst/>
          </a:prstGeom>
        </p:spPr>
        <p:txBody>
          <a:bodyPr anchor="ctr"/>
          <a:lstStyle>
            <a:lvl1pPr marL="0" indent="0" algn="ctr">
              <a:buNone/>
              <a:defRPr/>
            </a:lvl1pPr>
          </a:lstStyle>
          <a:p>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3DA93E-93EF-F094-1611-027089143521}"/>
              </a:ext>
            </a:extLst>
          </p:cNvPr>
          <p:cNvPicPr>
            <a:picLocks noChangeAspect="1"/>
          </p:cNvPicPr>
          <p:nvPr userDrawn="1"/>
        </p:nvPicPr>
        <p:blipFill>
          <a:blip r:embed="rId2"/>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28295585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tl Title Slide One Image">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C6617D5-B90F-45FD-B3DA-A0A816BE6062}"/>
              </a:ext>
            </a:extLst>
          </p:cNvPr>
          <p:cNvSpPr/>
          <p:nvPr userDrawn="1"/>
        </p:nvSpPr>
        <p:spPr>
          <a:xfrm>
            <a:off x="0" y="4661453"/>
            <a:ext cx="12191999" cy="21965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 Placeholder 2">
            <a:extLst>
              <a:ext uri="{FF2B5EF4-FFF2-40B4-BE49-F238E27FC236}">
                <a16:creationId xmlns:a16="http://schemas.microsoft.com/office/drawing/2014/main" id="{B0DA0C76-AEC9-4E07-A095-29386CBD0975}"/>
              </a:ext>
            </a:extLst>
          </p:cNvPr>
          <p:cNvSpPr txBox="1">
            <a:spLocks/>
          </p:cNvSpPr>
          <p:nvPr userDrawn="1"/>
        </p:nvSpPr>
        <p:spPr>
          <a:xfrm>
            <a:off x="4370832" y="6556248"/>
            <a:ext cx="3463048" cy="285750"/>
          </a:xfrm>
          <a:prstGeom prst="rect">
            <a:avLst/>
          </a:prstGeom>
        </p:spPr>
        <p:txBody>
          <a:bodyPr/>
          <a:lstStyle>
            <a:lvl1pPr marL="0" indent="0" algn="l" defTabSz="914400" rtl="0" eaLnBrk="1" latinLnBrk="0" hangingPunct="1">
              <a:lnSpc>
                <a:spcPct val="90000"/>
              </a:lnSpc>
              <a:spcBef>
                <a:spcPts val="1000"/>
              </a:spcBef>
              <a:buFontTx/>
              <a:buNone/>
              <a:defRPr sz="900" kern="1200" baseline="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800">
                <a:solidFill>
                  <a:srgbClr val="414042"/>
                </a:solidFill>
              </a:rPr>
              <a:t>LOCKHEED MARTIN PROPRIETARY INFORMATION</a:t>
            </a:r>
          </a:p>
        </p:txBody>
      </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28"/>
            <a:ext cx="12191998" cy="4661481"/>
          </a:xfrm>
          <a:prstGeom prst="rect">
            <a:avLst/>
          </a:prstGeom>
        </p:spPr>
        <p:txBody>
          <a:bodyPr anchor="ctr"/>
          <a:lstStyle>
            <a:lvl1pPr marL="0" indent="0" algn="ctr">
              <a:buNone/>
              <a:defRPr/>
            </a:lvl1pPr>
          </a:lstStyle>
          <a:p>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99DD66F-5F4F-A64F-AA49-73E46708F31F}"/>
              </a:ext>
            </a:extLst>
          </p:cNvPr>
          <p:cNvPicPr>
            <a:picLocks noChangeAspect="1"/>
          </p:cNvPicPr>
          <p:nvPr userDrawn="1"/>
        </p:nvPicPr>
        <p:blipFill>
          <a:blip r:embed="rId2"/>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17179864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with call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570CFE-0D40-4114-88B7-2BA43DB1FF3B}"/>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 Placeholder 3">
            <a:extLst>
              <a:ext uri="{FF2B5EF4-FFF2-40B4-BE49-F238E27FC236}">
                <a16:creationId xmlns:a16="http://schemas.microsoft.com/office/drawing/2014/main" id="{F41C60BF-CFA2-410A-B843-9CEAFCB519FD}"/>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600"/>
              </a:spcAft>
              <a:buNone/>
              <a:defRPr sz="1800"/>
            </a:lvl1pPr>
            <a:lvl2pPr marL="457200" indent="0">
              <a:lnSpc>
                <a:spcPct val="100000"/>
              </a:lnSpc>
              <a:spcBef>
                <a:spcPts val="600"/>
              </a:spcBef>
              <a:spcAft>
                <a:spcPts val="600"/>
              </a:spcAft>
              <a:buFont typeface="Symbol" panose="05050102010706020507" pitchFamily="18" charset="2"/>
              <a:buNone/>
              <a:defRPr sz="1800"/>
            </a:lvl2pPr>
            <a:lvl3pPr marL="914400" indent="0">
              <a:lnSpc>
                <a:spcPct val="100000"/>
              </a:lnSpc>
              <a:spcBef>
                <a:spcPts val="600"/>
              </a:spcBef>
              <a:spcAft>
                <a:spcPts val="600"/>
              </a:spcAft>
              <a:buNone/>
              <a:defRPr sz="1600"/>
            </a:lvl3pPr>
            <a:lvl4pPr marL="1371600" indent="0">
              <a:lnSpc>
                <a:spcPct val="100000"/>
              </a:lnSpc>
              <a:spcBef>
                <a:spcPts val="600"/>
              </a:spcBef>
              <a:spcAft>
                <a:spcPts val="600"/>
              </a:spcAft>
              <a:buFont typeface="Symbol" panose="05050102010706020507" pitchFamily="18" charset="2"/>
              <a:buNone/>
              <a:defRPr sz="1400"/>
            </a:lvl4pPr>
            <a:lvl5pPr marL="1828800" indent="0">
              <a:lnSpc>
                <a:spcPct val="100000"/>
              </a:lnSpc>
              <a:spcBef>
                <a:spcPts val="600"/>
              </a:spcBef>
              <a:spcAft>
                <a:spcPts val="600"/>
              </a:spcAft>
              <a:buNone/>
              <a:defRPr sz="1400"/>
            </a:lvl5pPr>
            <a:lvl6pPr marL="2286000" indent="0">
              <a:lnSpc>
                <a:spcPct val="100000"/>
              </a:lnSpc>
              <a:spcBef>
                <a:spcPts val="600"/>
              </a:spcBef>
              <a:spcAft>
                <a:spcPts val="600"/>
              </a:spcAft>
              <a:buFont typeface="Symbol" panose="05050102010706020507" pitchFamily="18" charset="2"/>
              <a:buNone/>
              <a:defRPr sz="1400"/>
            </a:lvl6pPr>
          </a:lstStyle>
          <a:p>
            <a:pPr lvl="0"/>
            <a:r>
              <a:rPr lang="en-US"/>
              <a:t>Click to edit text</a:t>
            </a:r>
          </a:p>
          <a:p>
            <a:pPr lvl="0"/>
            <a:endParaRPr lang="en-US"/>
          </a:p>
        </p:txBody>
      </p:sp>
      <p:sp>
        <p:nvSpPr>
          <p:cNvPr id="8" name="Title 1">
            <a:extLst>
              <a:ext uri="{FF2B5EF4-FFF2-40B4-BE49-F238E27FC236}">
                <a16:creationId xmlns:a16="http://schemas.microsoft.com/office/drawing/2014/main" id="{EAF92B20-A5A6-4909-A73A-C6C85E980ED7}"/>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18">
            <a:extLst>
              <a:ext uri="{FF2B5EF4-FFF2-40B4-BE49-F238E27FC236}">
                <a16:creationId xmlns:a16="http://schemas.microsoft.com/office/drawing/2014/main" id="{2262C48F-4708-42DE-8E80-44A3B0CD34B0}"/>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2" name="Text Placeholder 12">
            <a:extLst>
              <a:ext uri="{FF2B5EF4-FFF2-40B4-BE49-F238E27FC236}">
                <a16:creationId xmlns:a16="http://schemas.microsoft.com/office/drawing/2014/main" id="{10A8ED32-609D-7C19-DC91-94205136831A}"/>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10" name="TextBox 9">
            <a:extLst>
              <a:ext uri="{FF2B5EF4-FFF2-40B4-BE49-F238E27FC236}">
                <a16:creationId xmlns:a16="http://schemas.microsoft.com/office/drawing/2014/main" id="{D80EC690-6145-8029-9086-E6C77A2BE867}"/>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4" name="Group 13">
            <a:extLst>
              <a:ext uri="{FF2B5EF4-FFF2-40B4-BE49-F238E27FC236}">
                <a16:creationId xmlns:a16="http://schemas.microsoft.com/office/drawing/2014/main" id="{2DFCAB81-8154-13EA-C04E-021F9D8F2C98}"/>
              </a:ext>
            </a:extLst>
          </p:cNvPr>
          <p:cNvGrpSpPr/>
          <p:nvPr userDrawn="1"/>
        </p:nvGrpSpPr>
        <p:grpSpPr>
          <a:xfrm>
            <a:off x="9133049" y="6372686"/>
            <a:ext cx="3058950" cy="485314"/>
            <a:chOff x="9133049" y="6372686"/>
            <a:chExt cx="3058950" cy="485314"/>
          </a:xfrm>
        </p:grpSpPr>
        <p:pic>
          <p:nvPicPr>
            <p:cNvPr id="4" name="Picture 3">
              <a:extLst>
                <a:ext uri="{FF2B5EF4-FFF2-40B4-BE49-F238E27FC236}">
                  <a16:creationId xmlns:a16="http://schemas.microsoft.com/office/drawing/2014/main" id="{397F3881-0CD4-BBC4-DE0D-7670831C26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B78C58E0-9EB4-F7CA-5A9C-5B895CC67F66}"/>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406852068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a:lnSpc>
                <a:spcPct val="100000"/>
              </a:lnSpc>
              <a:spcBef>
                <a:spcPts val="600"/>
              </a:spcBef>
              <a:spcAft>
                <a:spcPts val="600"/>
              </a:spcAft>
              <a:defRPr sz="1800"/>
            </a:lvl1pPr>
            <a:lvl2pPr marL="685800" indent="-228600">
              <a:lnSpc>
                <a:spcPct val="100000"/>
              </a:lnSpc>
              <a:spcBef>
                <a:spcPts val="600"/>
              </a:spcBef>
              <a:spcAft>
                <a:spcPts val="600"/>
              </a:spcAft>
              <a:buFont typeface="Symbol" panose="05050102010706020507" pitchFamily="18" charset="2"/>
              <a:buChar char="-"/>
              <a:defRPr sz="1600"/>
            </a:lvl2pPr>
            <a:lvl3pPr>
              <a:lnSpc>
                <a:spcPct val="100000"/>
              </a:lnSpc>
              <a:spcBef>
                <a:spcPts val="600"/>
              </a:spcBef>
              <a:spcAft>
                <a:spcPts val="600"/>
              </a:spcAft>
              <a:defRPr sz="1400"/>
            </a:lvl3pPr>
            <a:lvl4pPr marL="1600200" indent="-228600">
              <a:lnSpc>
                <a:spcPct val="100000"/>
              </a:lnSpc>
              <a:spcBef>
                <a:spcPts val="600"/>
              </a:spcBef>
              <a:spcAft>
                <a:spcPts val="600"/>
              </a:spcAft>
              <a:buFont typeface="Symbol" panose="05050102010706020507" pitchFamily="18" charset="2"/>
              <a:buChar char="-"/>
              <a:defRPr sz="1200"/>
            </a:lvl4pPr>
            <a:lvl5pPr>
              <a:lnSpc>
                <a:spcPct val="100000"/>
              </a:lnSpc>
              <a:spcBef>
                <a:spcPts val="600"/>
              </a:spcBef>
              <a:spcAft>
                <a:spcPts val="600"/>
              </a:spcAft>
              <a:defRPr sz="1200"/>
            </a:lvl5pPr>
            <a:lvl6pPr marL="2514600" indent="-228600">
              <a:lnSpc>
                <a:spcPct val="100000"/>
              </a:lnSpc>
              <a:spcBef>
                <a:spcPts val="600"/>
              </a:spcBef>
              <a:spcAft>
                <a:spcPts val="600"/>
              </a:spcAft>
              <a:buFont typeface="Symbol" panose="05050102010706020507" pitchFamily="18" charset="2"/>
              <a:buChar char="-"/>
              <a:defRPr sz="12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582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815359" y="3970165"/>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12">
            <a:extLst>
              <a:ext uri="{FF2B5EF4-FFF2-40B4-BE49-F238E27FC236}">
                <a16:creationId xmlns:a16="http://schemas.microsoft.com/office/drawing/2014/main" id="{572F4A05-4C17-6B0C-4237-3C99BA564937}"/>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10" name="TextBox 9">
            <a:extLst>
              <a:ext uri="{FF2B5EF4-FFF2-40B4-BE49-F238E27FC236}">
                <a16:creationId xmlns:a16="http://schemas.microsoft.com/office/drawing/2014/main" id="{8BFD7036-DFAC-C0D0-2B4F-9F5AB7319F21}"/>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5" name="Group 4">
            <a:extLst>
              <a:ext uri="{FF2B5EF4-FFF2-40B4-BE49-F238E27FC236}">
                <a16:creationId xmlns:a16="http://schemas.microsoft.com/office/drawing/2014/main" id="{BE2B4B07-ED07-4D34-9055-9EC94E13AC2F}"/>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AD3165D5-CC4A-79AC-0A77-539119C204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AE6AB36C-0DDE-1319-20BE-D93E1A42FB80}"/>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601122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ext with Support Image or Char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162D26B-0852-410F-A36B-EAD531A8E2D7}"/>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3" name="Text Placeholder 12">
            <a:extLst>
              <a:ext uri="{FF2B5EF4-FFF2-40B4-BE49-F238E27FC236}">
                <a16:creationId xmlns:a16="http://schemas.microsoft.com/office/drawing/2014/main" id="{61D68753-5D2F-461F-AF48-50A66CC7DD8A}"/>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15" name="Text Placeholder 3">
            <a:extLst>
              <a:ext uri="{FF2B5EF4-FFF2-40B4-BE49-F238E27FC236}">
                <a16:creationId xmlns:a16="http://schemas.microsoft.com/office/drawing/2014/main" id="{3AC75BF9-3914-4E65-81BD-B09D23C768AF}"/>
              </a:ext>
            </a:extLst>
          </p:cNvPr>
          <p:cNvSpPr>
            <a:spLocks noGrp="1"/>
          </p:cNvSpPr>
          <p:nvPr>
            <p:ph type="body" sz="quarter" idx="26" hasCustomPrompt="1"/>
          </p:nvPr>
        </p:nvSpPr>
        <p:spPr>
          <a:xfrm>
            <a:off x="609600" y="1341438"/>
            <a:ext cx="5324061" cy="3970097"/>
          </a:xfrm>
          <a:prstGeom prst="rect">
            <a:avLst/>
          </a:prstGeom>
          <a:solidFill>
            <a:schemeClr val="bg1"/>
          </a:solidFill>
        </p:spPr>
        <p:txBody>
          <a:bodyPr/>
          <a:lstStyle>
            <a:lvl1pPr>
              <a:lnSpc>
                <a:spcPct val="100000"/>
              </a:lnSpc>
              <a:spcBef>
                <a:spcPts val="600"/>
              </a:spcBef>
              <a:defRPr sz="1600"/>
            </a:lvl1pPr>
            <a:lvl2pPr marL="685800" indent="-228600">
              <a:lnSpc>
                <a:spcPct val="100000"/>
              </a:lnSpc>
              <a:spcBef>
                <a:spcPts val="600"/>
              </a:spcBef>
              <a:buFont typeface="Symbol" panose="05050102010706020507" pitchFamily="18" charset="2"/>
              <a:buChar char="-"/>
              <a:defRPr sz="1400"/>
            </a:lvl2pPr>
            <a:lvl3pPr>
              <a:lnSpc>
                <a:spcPct val="100000"/>
              </a:lnSpc>
              <a:spcBef>
                <a:spcPts val="600"/>
              </a:spcBef>
              <a:defRPr sz="1200"/>
            </a:lvl3pPr>
            <a:lvl4pPr marL="1600200" indent="-228600">
              <a:lnSpc>
                <a:spcPct val="100000"/>
              </a:lnSpc>
              <a:spcBef>
                <a:spcPts val="600"/>
              </a:spcBef>
              <a:buFont typeface="Symbol" panose="05050102010706020507" pitchFamily="18" charset="2"/>
              <a:buChar char="-"/>
              <a:defRPr sz="1100"/>
            </a:lvl4pPr>
            <a:lvl5pPr>
              <a:lnSpc>
                <a:spcPct val="100000"/>
              </a:lnSpc>
              <a:spcBef>
                <a:spcPts val="600"/>
              </a:spcBef>
              <a:defRPr sz="1100"/>
            </a:lvl5pPr>
            <a:lvl6pPr marL="2514600" indent="-228600">
              <a:lnSpc>
                <a:spcPct val="100000"/>
              </a:lnSpc>
              <a:spcBef>
                <a:spcPts val="600"/>
              </a:spcBef>
              <a:buFont typeface="Symbol" panose="05050102010706020507" pitchFamily="18" charset="2"/>
              <a:buChar char="-"/>
              <a:defRPr sz="11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4" name="Content Placeholder 3">
            <a:extLst>
              <a:ext uri="{FF2B5EF4-FFF2-40B4-BE49-F238E27FC236}">
                <a16:creationId xmlns:a16="http://schemas.microsoft.com/office/drawing/2014/main" id="{FF34D7AB-5058-4107-958E-EF7D6E1E8288}"/>
              </a:ext>
            </a:extLst>
          </p:cNvPr>
          <p:cNvSpPr>
            <a:spLocks noGrp="1"/>
          </p:cNvSpPr>
          <p:nvPr>
            <p:ph sz="quarter" idx="27" hasCustomPrompt="1"/>
          </p:nvPr>
        </p:nvSpPr>
        <p:spPr>
          <a:xfrm>
            <a:off x="6096000" y="1189033"/>
            <a:ext cx="5486399" cy="4366941"/>
          </a:xfrm>
          <a:prstGeom prst="rect">
            <a:avLst/>
          </a:prstGeom>
          <a:no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 styles</a:t>
            </a:r>
          </a:p>
        </p:txBody>
      </p:sp>
      <p:sp>
        <p:nvSpPr>
          <p:cNvPr id="2" name="Text Placeholder 2">
            <a:extLst>
              <a:ext uri="{FF2B5EF4-FFF2-40B4-BE49-F238E27FC236}">
                <a16:creationId xmlns:a16="http://schemas.microsoft.com/office/drawing/2014/main" id="{19260B9F-C9A0-BBBB-3CA4-6E840BB9D151}"/>
              </a:ext>
            </a:extLst>
          </p:cNvPr>
          <p:cNvSpPr txBox="1">
            <a:spLocks/>
          </p:cNvSpPr>
          <p:nvPr userDrawn="1"/>
        </p:nvSpPr>
        <p:spPr>
          <a:xfrm>
            <a:off x="356616" y="6554624"/>
            <a:ext cx="3463048" cy="285750"/>
          </a:xfrm>
          <a:prstGeom prst="rect">
            <a:avLst/>
          </a:prstGeom>
        </p:spPr>
        <p:txBody>
          <a:bodyPr/>
          <a:lstStyle>
            <a:lvl1pPr marL="0" indent="0" algn="l" defTabSz="914400" rtl="0" eaLnBrk="1" latinLnBrk="0" hangingPunct="1">
              <a:lnSpc>
                <a:spcPct val="90000"/>
              </a:lnSpc>
              <a:spcBef>
                <a:spcPts val="1000"/>
              </a:spcBef>
              <a:buFontTx/>
              <a:buNone/>
              <a:defRPr sz="900" kern="1200" baseline="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b="0">
                <a:solidFill>
                  <a:srgbClr val="414042"/>
                </a:solidFill>
                <a:latin typeface="+mn-lt"/>
                <a:cs typeface="Arial" panose="020B0604020202020204" pitchFamily="34" charset="0"/>
              </a:rPr>
              <a:t>LOCKHEED MARTIN PROPRIETARY INFORMATION</a:t>
            </a:r>
          </a:p>
        </p:txBody>
      </p:sp>
      <p:sp>
        <p:nvSpPr>
          <p:cNvPr id="5" name="TextBox 4">
            <a:extLst>
              <a:ext uri="{FF2B5EF4-FFF2-40B4-BE49-F238E27FC236}">
                <a16:creationId xmlns:a16="http://schemas.microsoft.com/office/drawing/2014/main" id="{6D73B6B8-C436-FC94-8BB3-4696F9F37AC1}"/>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8" name="Group 7">
            <a:extLst>
              <a:ext uri="{FF2B5EF4-FFF2-40B4-BE49-F238E27FC236}">
                <a16:creationId xmlns:a16="http://schemas.microsoft.com/office/drawing/2014/main" id="{52FC37CB-21AF-6E48-1CDD-40DCB0386010}"/>
              </a:ext>
            </a:extLst>
          </p:cNvPr>
          <p:cNvGrpSpPr/>
          <p:nvPr userDrawn="1"/>
        </p:nvGrpSpPr>
        <p:grpSpPr>
          <a:xfrm>
            <a:off x="9133049" y="6372686"/>
            <a:ext cx="3058950" cy="485314"/>
            <a:chOff x="9133049" y="6372686"/>
            <a:chExt cx="3058950" cy="485314"/>
          </a:xfrm>
        </p:grpSpPr>
        <p:pic>
          <p:nvPicPr>
            <p:cNvPr id="9" name="Picture 8">
              <a:extLst>
                <a:ext uri="{FF2B5EF4-FFF2-40B4-BE49-F238E27FC236}">
                  <a16:creationId xmlns:a16="http://schemas.microsoft.com/office/drawing/2014/main" id="{324F8BE6-551A-55B6-B72C-82ABA7F396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6ACD6DE1-784E-8FDD-95FE-1C064459C77A}"/>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53647525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s with Tex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797177" y="3970165"/>
            <a:ext cx="3050266"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282149"/>
            <a:ext cx="3610734" cy="3329539"/>
          </a:xfrm>
          <a:prstGeom prst="rect">
            <a:avLst/>
          </a:prstGeom>
        </p:spPr>
        <p:txBody>
          <a:bodyPr/>
          <a:lstStyle>
            <a:lvl1pPr marL="0" indent="0">
              <a:buNone/>
              <a:defRPr/>
            </a:lvl1pPr>
          </a:lstStyle>
          <a:p>
            <a:endParaRPr lang="en-US"/>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282148"/>
            <a:ext cx="3610734" cy="3329539"/>
          </a:xfrm>
          <a:prstGeom prst="rect">
            <a:avLst/>
          </a:prstGeom>
        </p:spPr>
        <p:txBody>
          <a:bodyPr/>
          <a:lstStyle>
            <a:lvl1pPr marL="0" indent="0">
              <a:buNone/>
              <a:defRPr/>
            </a:lvl1pPr>
          </a:lstStyle>
          <a:p>
            <a:endParaRPr lang="en-US"/>
          </a:p>
        </p:txBody>
      </p:sp>
      <p:sp>
        <p:nvSpPr>
          <p:cNvPr id="6" name="Text Placeholder 12">
            <a:extLst>
              <a:ext uri="{FF2B5EF4-FFF2-40B4-BE49-F238E27FC236}">
                <a16:creationId xmlns:a16="http://schemas.microsoft.com/office/drawing/2014/main" id="{7CAF2C09-6C4F-DCFF-85A3-4CF6EC0DC190}"/>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F70AC68E-EACD-8069-F1FF-E36CB9B71FD4}"/>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0872B136-9813-EAA9-D4CC-EDDD2496ED13}"/>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55EFA2D2-28D0-4A07-1BB5-A3ACB8AAF5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5E8B924-70A3-C6FA-25EB-D0B799934CA8}"/>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561320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s with Pictur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1200"/>
              </a:spcAft>
              <a:buNone/>
              <a:defRPr sz="1800"/>
            </a:lvl1pPr>
            <a:lvl2pPr marL="685800" indent="-228600">
              <a:lnSpc>
                <a:spcPct val="100000"/>
              </a:lnSpc>
              <a:spcBef>
                <a:spcPts val="600"/>
              </a:spcBef>
              <a:buFont typeface="Symbol" panose="05050102010706020507" pitchFamily="18" charset="2"/>
              <a:buChar char="-"/>
              <a:defRPr sz="1600"/>
            </a:lvl2pPr>
            <a:lvl3pPr>
              <a:lnSpc>
                <a:spcPct val="100000"/>
              </a:lnSpc>
              <a:spcBef>
                <a:spcPts val="600"/>
              </a:spcBef>
              <a:defRPr sz="1400"/>
            </a:lvl3pPr>
            <a:lvl4pPr marL="1600200" indent="-228600">
              <a:lnSpc>
                <a:spcPct val="100000"/>
              </a:lnSpc>
              <a:spcBef>
                <a:spcPts val="600"/>
              </a:spcBef>
              <a:buFont typeface="Symbol" panose="05050102010706020507" pitchFamily="18" charset="2"/>
              <a:buChar char="-"/>
              <a:defRPr sz="1200"/>
            </a:lvl4pPr>
            <a:lvl5pPr>
              <a:lnSpc>
                <a:spcPct val="100000"/>
              </a:lnSpc>
              <a:spcBef>
                <a:spcPts val="600"/>
              </a:spcBef>
              <a:defRPr sz="1200"/>
            </a:lvl5pPr>
            <a:lvl6pPr marL="2514600" indent="-228600">
              <a:lnSpc>
                <a:spcPct val="100000"/>
              </a:lnSpc>
              <a:spcBef>
                <a:spcPts val="600"/>
              </a:spcBef>
              <a:buFont typeface="Symbol" panose="05050102010706020507" pitchFamily="18" charset="2"/>
              <a:buChar char="-"/>
              <a:defRPr sz="1200"/>
            </a:lvl6pPr>
          </a:lstStyle>
          <a:p>
            <a:pPr lvl="0"/>
            <a:r>
              <a:rPr lang="en-US"/>
              <a:t>Click to edit text</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Picture Placeholder 3">
            <a:extLst>
              <a:ext uri="{FF2B5EF4-FFF2-40B4-BE49-F238E27FC236}">
                <a16:creationId xmlns:a16="http://schemas.microsoft.com/office/drawing/2014/main" id="{39A26BD1-014A-4113-86CB-7536D7778B1F}"/>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endParaRPr lang="en-US"/>
          </a:p>
        </p:txBody>
      </p:sp>
      <p:sp>
        <p:nvSpPr>
          <p:cNvPr id="5" name="Text Placeholder 12">
            <a:extLst>
              <a:ext uri="{FF2B5EF4-FFF2-40B4-BE49-F238E27FC236}">
                <a16:creationId xmlns:a16="http://schemas.microsoft.com/office/drawing/2014/main" id="{D14C3FAA-13C8-D347-8F54-8B7489B22BD2}"/>
              </a:ext>
            </a:extLst>
          </p:cNvPr>
          <p:cNvSpPr>
            <a:spLocks noGrp="1"/>
          </p:cNvSpPr>
          <p:nvPr>
            <p:ph type="body" sz="quarter" idx="29"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3" name="TextBox 2">
            <a:extLst>
              <a:ext uri="{FF2B5EF4-FFF2-40B4-BE49-F238E27FC236}">
                <a16:creationId xmlns:a16="http://schemas.microsoft.com/office/drawing/2014/main" id="{4E9DDA44-06EA-FE46-A4E7-BFE4BA2CB0A2}"/>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E0776967-DA06-9B38-4E08-CC52416C6041}"/>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12949578-0E33-BC86-4767-E27400D041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B6759A7-06CF-87C2-3CF9-55999A6E2515}"/>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515686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s with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6595D06-54FB-4096-9761-C161613AAED3}"/>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470993"/>
            <a:ext cx="3610734" cy="3140696"/>
          </a:xfrm>
          <a:prstGeom prst="rect">
            <a:avLst/>
          </a:prstGeom>
        </p:spPr>
        <p:txBody>
          <a:bodyPr/>
          <a:lstStyle>
            <a:lvl1pPr marL="0" indent="0">
              <a:buNone/>
              <a:defRPr/>
            </a:lvl1pPr>
          </a:lstStyle>
          <a:p>
            <a:endParaRPr lang="en-US"/>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470992"/>
            <a:ext cx="3610734" cy="3140696"/>
          </a:xfrm>
          <a:prstGeom prst="rect">
            <a:avLst/>
          </a:prstGeom>
        </p:spPr>
        <p:txBody>
          <a:bodyPr/>
          <a:lstStyle>
            <a:lvl1pPr marL="0" indent="0">
              <a:buNone/>
              <a:defRPr/>
            </a:lvl1pPr>
          </a:lstStyle>
          <a:p>
            <a:endParaRPr lang="en-US"/>
          </a:p>
        </p:txBody>
      </p:sp>
      <p:sp>
        <p:nvSpPr>
          <p:cNvPr id="6" name="Text Placeholder 12">
            <a:extLst>
              <a:ext uri="{FF2B5EF4-FFF2-40B4-BE49-F238E27FC236}">
                <a16:creationId xmlns:a16="http://schemas.microsoft.com/office/drawing/2014/main" id="{27D283DF-8242-C10D-B0D1-09338E9E6A17}"/>
              </a:ext>
            </a:extLst>
          </p:cNvPr>
          <p:cNvSpPr>
            <a:spLocks noGrp="1"/>
          </p:cNvSpPr>
          <p:nvPr>
            <p:ph type="body" sz="quarter" idx="29" hasCustomPrompt="1"/>
          </p:nvPr>
        </p:nvSpPr>
        <p:spPr>
          <a:xfrm>
            <a:off x="609599" y="5559814"/>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3" name="TextBox 2">
            <a:extLst>
              <a:ext uri="{FF2B5EF4-FFF2-40B4-BE49-F238E27FC236}">
                <a16:creationId xmlns:a16="http://schemas.microsoft.com/office/drawing/2014/main" id="{6D6151ED-F9C6-1A31-E49C-CF0C212E3649}"/>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C7ABD29F-1CE9-43BB-ED10-8D84929E149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39AD2B9B-38F2-85DB-128A-663ED648E7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C573F9DB-B587-9A5D-CF7A-1D99D60FA52B}"/>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491331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with Tex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0" y="3429001"/>
            <a:ext cx="12192000"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798258"/>
            <a:ext cx="2999232" cy="823913"/>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798258"/>
            <a:ext cx="2998301" cy="823913"/>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798258"/>
            <a:ext cx="2998301" cy="823913"/>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endParaRPr lang="en-US"/>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endParaRPr lang="en-US"/>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endParaRPr lang="en-US"/>
          </a:p>
        </p:txBody>
      </p:sp>
      <p:sp>
        <p:nvSpPr>
          <p:cNvPr id="24" name="Rectangle 23">
            <a:extLst>
              <a:ext uri="{FF2B5EF4-FFF2-40B4-BE49-F238E27FC236}">
                <a16:creationId xmlns:a16="http://schemas.microsoft.com/office/drawing/2014/main" id="{4E5BDAE9-2EE5-417A-9702-2126C0F04950}"/>
              </a:ext>
            </a:extLst>
          </p:cNvPr>
          <p:cNvSpPr/>
          <p:nvPr userDrawn="1"/>
        </p:nvSpPr>
        <p:spPr>
          <a:xfrm>
            <a:off x="609599" y="5803184"/>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CFACE2B-855B-4182-8D2E-A51A7C6753C7}"/>
              </a:ext>
            </a:extLst>
          </p:cNvPr>
          <p:cNvSpPr/>
          <p:nvPr userDrawn="1"/>
        </p:nvSpPr>
        <p:spPr>
          <a:xfrm>
            <a:off x="4578624" y="5803184"/>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1DF8AB8-AA0C-4401-B96D-6646282EAFA9}"/>
              </a:ext>
            </a:extLst>
          </p:cNvPr>
          <p:cNvSpPr/>
          <p:nvPr userDrawn="1"/>
        </p:nvSpPr>
        <p:spPr>
          <a:xfrm>
            <a:off x="8459252" y="5803184"/>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F92FF717-122B-1601-73F6-FB3BCE7D9C2D}"/>
              </a:ext>
            </a:extLst>
          </p:cNvPr>
          <p:cNvSpPr txBox="1">
            <a:spLocks/>
          </p:cNvSpPr>
          <p:nvPr userDrawn="1"/>
        </p:nvSpPr>
        <p:spPr>
          <a:xfrm>
            <a:off x="356616" y="6554624"/>
            <a:ext cx="3463048" cy="285750"/>
          </a:xfrm>
          <a:prstGeom prst="rect">
            <a:avLst/>
          </a:prstGeom>
        </p:spPr>
        <p:txBody>
          <a:bodyPr/>
          <a:lstStyle>
            <a:lvl1pPr marL="0" indent="0" algn="l" defTabSz="914400" rtl="0" eaLnBrk="1" latinLnBrk="0" hangingPunct="1">
              <a:lnSpc>
                <a:spcPct val="90000"/>
              </a:lnSpc>
              <a:spcBef>
                <a:spcPts val="1000"/>
              </a:spcBef>
              <a:buFontTx/>
              <a:buNone/>
              <a:defRPr sz="900" kern="1200" baseline="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11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105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b="0">
                <a:solidFill>
                  <a:srgbClr val="414042"/>
                </a:solidFill>
                <a:latin typeface="+mn-lt"/>
                <a:cs typeface="Arial" panose="020B0604020202020204" pitchFamily="34" charset="0"/>
              </a:rPr>
              <a:t>LOCKHEED MARTIN PROPRIETARY INFORMATION</a:t>
            </a:r>
          </a:p>
        </p:txBody>
      </p:sp>
      <p:sp>
        <p:nvSpPr>
          <p:cNvPr id="5" name="TextBox 4">
            <a:extLst>
              <a:ext uri="{FF2B5EF4-FFF2-40B4-BE49-F238E27FC236}">
                <a16:creationId xmlns:a16="http://schemas.microsoft.com/office/drawing/2014/main" id="{1BEC4113-64BB-2281-3CD4-188D84A29053}"/>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9" name="Group 8">
            <a:extLst>
              <a:ext uri="{FF2B5EF4-FFF2-40B4-BE49-F238E27FC236}">
                <a16:creationId xmlns:a16="http://schemas.microsoft.com/office/drawing/2014/main" id="{F35EEB2D-E691-70BC-405E-529B61FB5755}"/>
              </a:ext>
            </a:extLst>
          </p:cNvPr>
          <p:cNvGrpSpPr/>
          <p:nvPr userDrawn="1"/>
        </p:nvGrpSpPr>
        <p:grpSpPr>
          <a:xfrm>
            <a:off x="9133049" y="6372686"/>
            <a:ext cx="3058950" cy="485314"/>
            <a:chOff x="9133049" y="6372686"/>
            <a:chExt cx="3058950" cy="485314"/>
          </a:xfrm>
        </p:grpSpPr>
        <p:pic>
          <p:nvPicPr>
            <p:cNvPr id="10" name="Picture 9">
              <a:extLst>
                <a:ext uri="{FF2B5EF4-FFF2-40B4-BE49-F238E27FC236}">
                  <a16:creationId xmlns:a16="http://schemas.microsoft.com/office/drawing/2014/main" id="{4ADFE6E8-F7C0-F27C-A31C-71D19B73CF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02F1BEB7-1812-206D-55CA-CAB3EA07CBE8}"/>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770556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600" y="5302002"/>
            <a:ext cx="2998301" cy="380029"/>
          </a:xfrm>
          <a:prstGeom prst="rect">
            <a:avLst/>
          </a:prstGeom>
        </p:spPr>
        <p:txBody>
          <a:bodyPr/>
          <a:lstStyle>
            <a:lvl1pPr marL="0" indent="0">
              <a:lnSpc>
                <a:spcPct val="100000"/>
              </a:lnSpc>
              <a:spcBef>
                <a:spcPts val="0"/>
              </a:spcBef>
              <a:buFont typeface="Arial" panose="020B0604020202020204" pitchFamily="34" charset="0"/>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9" name="Chart Placeholder 8">
            <a:extLst>
              <a:ext uri="{FF2B5EF4-FFF2-40B4-BE49-F238E27FC236}">
                <a16:creationId xmlns:a16="http://schemas.microsoft.com/office/drawing/2014/main" id="{AB518037-F3DC-4DBC-AA07-629E5C8B49FC}"/>
              </a:ext>
            </a:extLst>
          </p:cNvPr>
          <p:cNvSpPr>
            <a:spLocks noGrp="1"/>
          </p:cNvSpPr>
          <p:nvPr>
            <p:ph type="chart" sz="quarter" idx="24"/>
          </p:nvPr>
        </p:nvSpPr>
        <p:spPr>
          <a:xfrm>
            <a:off x="609600" y="1258606"/>
            <a:ext cx="10972800" cy="3938869"/>
          </a:xfrm>
          <a:prstGeom prst="rect">
            <a:avLst/>
          </a:prstGeom>
          <a:solidFill>
            <a:schemeClr val="bg1"/>
          </a:solidFill>
        </p:spPr>
        <p:txBody>
          <a:bodyPr/>
          <a:lstStyle>
            <a:lvl1pPr marL="0" indent="0">
              <a:buNone/>
              <a:defRPr/>
            </a:lvl1pPr>
          </a:lstStyle>
          <a:p>
            <a:endParaRPr lang="en-US"/>
          </a:p>
        </p:txBody>
      </p:sp>
      <p:sp>
        <p:nvSpPr>
          <p:cNvPr id="5" name="Text Placeholder 12">
            <a:extLst>
              <a:ext uri="{FF2B5EF4-FFF2-40B4-BE49-F238E27FC236}">
                <a16:creationId xmlns:a16="http://schemas.microsoft.com/office/drawing/2014/main" id="{FCAD2B6C-443D-28D6-F18D-18F54A9EEC44}"/>
              </a:ext>
            </a:extLst>
          </p:cNvPr>
          <p:cNvSpPr>
            <a:spLocks noGrp="1"/>
          </p:cNvSpPr>
          <p:nvPr>
            <p:ph type="body" sz="quarter" idx="11" hasCustomPrompt="1"/>
          </p:nvPr>
        </p:nvSpPr>
        <p:spPr>
          <a:xfrm>
            <a:off x="609599" y="5804362"/>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00DE8E3D-FE09-94E9-C0A5-1D128FCB7DFA}"/>
              </a:ext>
            </a:extLst>
          </p:cNvPr>
          <p:cNvSpPr txBox="1"/>
          <p:nvPr userDrawn="1"/>
        </p:nvSpPr>
        <p:spPr>
          <a:xfrm>
            <a:off x="73152"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7" name="Group 6">
            <a:extLst>
              <a:ext uri="{FF2B5EF4-FFF2-40B4-BE49-F238E27FC236}">
                <a16:creationId xmlns:a16="http://schemas.microsoft.com/office/drawing/2014/main" id="{8262F21B-0B63-7115-CCAE-E9756DEE50B4}"/>
              </a:ext>
            </a:extLst>
          </p:cNvPr>
          <p:cNvGrpSpPr/>
          <p:nvPr userDrawn="1"/>
        </p:nvGrpSpPr>
        <p:grpSpPr>
          <a:xfrm>
            <a:off x="9133049" y="6372686"/>
            <a:ext cx="3058950" cy="485314"/>
            <a:chOff x="9133049" y="6372686"/>
            <a:chExt cx="3058950" cy="485314"/>
          </a:xfrm>
        </p:grpSpPr>
        <p:pic>
          <p:nvPicPr>
            <p:cNvPr id="10" name="Picture 9">
              <a:extLst>
                <a:ext uri="{FF2B5EF4-FFF2-40B4-BE49-F238E27FC236}">
                  <a16:creationId xmlns:a16="http://schemas.microsoft.com/office/drawing/2014/main" id="{DA1395C7-7F75-9003-C19E-F396BCF795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28BA3EA9-8BE2-D239-E675-953F400CD0CA}"/>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921284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3">
            <a:extLst>
              <a:ext uri="{FF2B5EF4-FFF2-40B4-BE49-F238E27FC236}">
                <a16:creationId xmlns:a16="http://schemas.microsoft.com/office/drawing/2014/main" id="{BC59C980-A3D0-4EF8-9506-D402C5A6FD93}"/>
              </a:ext>
            </a:extLst>
          </p:cNvPr>
          <p:cNvSpPr>
            <a:spLocks noGrp="1"/>
          </p:cNvSpPr>
          <p:nvPr>
            <p:ph type="body" sz="quarter" idx="26" hasCustomPrompt="1"/>
          </p:nvPr>
        </p:nvSpPr>
        <p:spPr>
          <a:xfrm>
            <a:off x="609600" y="1341438"/>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0" name="Text Placeholder 3">
            <a:extLst>
              <a:ext uri="{FF2B5EF4-FFF2-40B4-BE49-F238E27FC236}">
                <a16:creationId xmlns:a16="http://schemas.microsoft.com/office/drawing/2014/main" id="{34CC6854-32C8-45B3-B6D3-D2E66DF7D4C6}"/>
              </a:ext>
            </a:extLst>
          </p:cNvPr>
          <p:cNvSpPr>
            <a:spLocks noGrp="1"/>
          </p:cNvSpPr>
          <p:nvPr>
            <p:ph type="body" sz="quarter" idx="27" hasCustomPrompt="1"/>
          </p:nvPr>
        </p:nvSpPr>
        <p:spPr>
          <a:xfrm>
            <a:off x="6258341" y="1341437"/>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D2C31FCC-A5FE-C2CF-C0F7-E0ECA558E390}"/>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7" name="Group 6">
            <a:extLst>
              <a:ext uri="{FF2B5EF4-FFF2-40B4-BE49-F238E27FC236}">
                <a16:creationId xmlns:a16="http://schemas.microsoft.com/office/drawing/2014/main" id="{CAE799F3-0105-D4F5-2A10-3A2D232FE321}"/>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78888A23-E8BF-C653-E080-C03FF0267A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E78BDB6B-4744-221D-65BB-5E02E22DD6CB}"/>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13788047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icture Background">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21D4684-8BB0-4FE9-B1CB-B9F65E4F9DCA}"/>
              </a:ext>
            </a:extLst>
          </p:cNvPr>
          <p:cNvSpPr>
            <a:spLocks noGrp="1"/>
          </p:cNvSpPr>
          <p:nvPr>
            <p:ph type="pic" sz="quarter" idx="26"/>
          </p:nvPr>
        </p:nvSpPr>
        <p:spPr>
          <a:xfrm>
            <a:off x="0" y="3429000"/>
            <a:ext cx="12192000" cy="3428999"/>
          </a:xfrm>
          <a:prstGeom prst="rect">
            <a:avLst/>
          </a:prstGeom>
        </p:spPr>
        <p:txBody>
          <a:bodyPr anchor="b"/>
          <a:lstStyle>
            <a:lvl1pPr marL="0" indent="0">
              <a:buNone/>
              <a:defRPr/>
            </a:lvl1pPr>
          </a:lstStyle>
          <a:p>
            <a:endParaRPr lang="en-US"/>
          </a:p>
        </p:txBody>
      </p:sp>
      <p:sp>
        <p:nvSpPr>
          <p:cNvPr id="19" name="Text Placeholder 18">
            <a:extLst>
              <a:ext uri="{FF2B5EF4-FFF2-40B4-BE49-F238E27FC236}">
                <a16:creationId xmlns:a16="http://schemas.microsoft.com/office/drawing/2014/main" id="{A7DA89AA-3199-43A5-B716-88F9B206E89D}"/>
              </a:ext>
            </a:extLst>
          </p:cNvPr>
          <p:cNvSpPr>
            <a:spLocks noGrp="1"/>
          </p:cNvSpPr>
          <p:nvPr>
            <p:ph type="body" sz="quarter" idx="23"/>
          </p:nvPr>
        </p:nvSpPr>
        <p:spPr>
          <a:xfrm>
            <a:off x="609600"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32" name="Title 1">
            <a:extLst>
              <a:ext uri="{FF2B5EF4-FFF2-40B4-BE49-F238E27FC236}">
                <a16:creationId xmlns:a16="http://schemas.microsoft.com/office/drawing/2014/main" id="{CB37C666-26F7-4F2C-92CE-67B0C3E52D6B}"/>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sp>
        <p:nvSpPr>
          <p:cNvPr id="11" name="Text Placeholder 18">
            <a:extLst>
              <a:ext uri="{FF2B5EF4-FFF2-40B4-BE49-F238E27FC236}">
                <a16:creationId xmlns:a16="http://schemas.microsoft.com/office/drawing/2014/main" id="{6E546E26-95A4-4F81-AEA4-F78B3F1908C4}"/>
              </a:ext>
            </a:extLst>
          </p:cNvPr>
          <p:cNvSpPr>
            <a:spLocks noGrp="1"/>
          </p:cNvSpPr>
          <p:nvPr>
            <p:ph type="body" sz="quarter" idx="27"/>
          </p:nvPr>
        </p:nvSpPr>
        <p:spPr>
          <a:xfrm>
            <a:off x="4596851"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sp>
        <p:nvSpPr>
          <p:cNvPr id="12" name="Text Placeholder 18">
            <a:extLst>
              <a:ext uri="{FF2B5EF4-FFF2-40B4-BE49-F238E27FC236}">
                <a16:creationId xmlns:a16="http://schemas.microsoft.com/office/drawing/2014/main" id="{1FFA57FE-AEF6-472C-8D21-CC48F53E9B2D}"/>
              </a:ext>
            </a:extLst>
          </p:cNvPr>
          <p:cNvSpPr>
            <a:spLocks noGrp="1"/>
          </p:cNvSpPr>
          <p:nvPr>
            <p:ph type="body" sz="quarter" idx="28"/>
          </p:nvPr>
        </p:nvSpPr>
        <p:spPr>
          <a:xfrm>
            <a:off x="8584102"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a:t>
            </a:r>
          </a:p>
        </p:txBody>
      </p:sp>
      <p:grpSp>
        <p:nvGrpSpPr>
          <p:cNvPr id="4" name="Group 3">
            <a:extLst>
              <a:ext uri="{FF2B5EF4-FFF2-40B4-BE49-F238E27FC236}">
                <a16:creationId xmlns:a16="http://schemas.microsoft.com/office/drawing/2014/main" id="{ECF76341-4282-6E92-E5C4-7B19444CA503}"/>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EA088008-B6B4-3C0F-C6FA-06158D9DE6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C8110EBA-7F3C-ABFE-5131-BCF5E19F0432}"/>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800170505"/>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ulti Photo with Text Bloc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4631" cy="684362"/>
          </a:xfrm>
          <a:prstGeom prst="rect">
            <a:avLst/>
          </a:prstGeom>
        </p:spPr>
        <p:txBody>
          <a:bodyPr/>
          <a:lstStyle>
            <a:lvl1pPr>
              <a:defRPr sz="2800" b="1" i="0">
                <a:solidFill>
                  <a:srgbClr val="003478"/>
                </a:solidFill>
                <a:latin typeface="+mn-lt"/>
                <a:cs typeface="Calibri" panose="020F0502020204030204" pitchFamily="34" charset="0"/>
              </a:defRPr>
            </a:lvl1pPr>
          </a:lstStyle>
          <a:p>
            <a:r>
              <a:rPr lang="en-US"/>
              <a:t>Click to Edit Title Style</a:t>
            </a:r>
          </a:p>
        </p:txBody>
      </p:sp>
      <p:sp>
        <p:nvSpPr>
          <p:cNvPr id="11" name="Picture Placeholder 2">
            <a:extLst>
              <a:ext uri="{FF2B5EF4-FFF2-40B4-BE49-F238E27FC236}">
                <a16:creationId xmlns:a16="http://schemas.microsoft.com/office/drawing/2014/main" id="{29B4C5E7-2BAE-493F-BBFD-70C991434101}"/>
              </a:ext>
            </a:extLst>
          </p:cNvPr>
          <p:cNvSpPr>
            <a:spLocks noGrp="1"/>
          </p:cNvSpPr>
          <p:nvPr>
            <p:ph type="pic" sz="quarter" idx="14"/>
          </p:nvPr>
        </p:nvSpPr>
        <p:spPr>
          <a:xfrm>
            <a:off x="8060634" y="1619940"/>
            <a:ext cx="1696280" cy="1749425"/>
          </a:xfrm>
          <a:prstGeom prst="rect">
            <a:avLst/>
          </a:prstGeom>
        </p:spPr>
        <p:txBody>
          <a:bodyPr anchor="ctr"/>
          <a:lstStyle>
            <a:lvl1pPr marL="0" indent="0" algn="ctr">
              <a:buNone/>
              <a:defRPr/>
            </a:lvl1pPr>
          </a:lstStyle>
          <a:p>
            <a:endParaRPr lang="en-US"/>
          </a:p>
        </p:txBody>
      </p:sp>
      <p:sp>
        <p:nvSpPr>
          <p:cNvPr id="15" name="Picture Placeholder 2">
            <a:extLst>
              <a:ext uri="{FF2B5EF4-FFF2-40B4-BE49-F238E27FC236}">
                <a16:creationId xmlns:a16="http://schemas.microsoft.com/office/drawing/2014/main" id="{C54C5A27-7B3C-4273-A211-4F8CF1D0C8AF}"/>
              </a:ext>
            </a:extLst>
          </p:cNvPr>
          <p:cNvSpPr>
            <a:spLocks noGrp="1"/>
          </p:cNvSpPr>
          <p:nvPr>
            <p:ph type="pic" sz="quarter" idx="18"/>
          </p:nvPr>
        </p:nvSpPr>
        <p:spPr>
          <a:xfrm>
            <a:off x="9882808" y="1619940"/>
            <a:ext cx="1696280" cy="1749425"/>
          </a:xfrm>
          <a:prstGeom prst="rect">
            <a:avLst/>
          </a:prstGeom>
        </p:spPr>
        <p:txBody>
          <a:bodyPr anchor="ctr"/>
          <a:lstStyle>
            <a:lvl1pPr marL="0" indent="0" algn="ctr">
              <a:buNone/>
              <a:defRPr/>
            </a:lvl1pPr>
          </a:lstStyle>
          <a:p>
            <a:endParaRPr lang="en-US"/>
          </a:p>
        </p:txBody>
      </p:sp>
      <p:sp>
        <p:nvSpPr>
          <p:cNvPr id="16" name="Picture Placeholder 2">
            <a:extLst>
              <a:ext uri="{FF2B5EF4-FFF2-40B4-BE49-F238E27FC236}">
                <a16:creationId xmlns:a16="http://schemas.microsoft.com/office/drawing/2014/main" id="{C816A4C0-7387-4691-A213-8237D3C5C1FE}"/>
              </a:ext>
            </a:extLst>
          </p:cNvPr>
          <p:cNvSpPr>
            <a:spLocks noGrp="1"/>
          </p:cNvSpPr>
          <p:nvPr>
            <p:ph type="pic" sz="quarter" idx="19"/>
          </p:nvPr>
        </p:nvSpPr>
        <p:spPr>
          <a:xfrm>
            <a:off x="8054007" y="3531567"/>
            <a:ext cx="1696280" cy="1749425"/>
          </a:xfrm>
          <a:prstGeom prst="rect">
            <a:avLst/>
          </a:prstGeom>
        </p:spPr>
        <p:txBody>
          <a:bodyPr anchor="ctr"/>
          <a:lstStyle>
            <a:lvl1pPr marL="0" indent="0" algn="ctr">
              <a:buNone/>
              <a:defRPr/>
            </a:lvl1pPr>
          </a:lstStyle>
          <a:p>
            <a:endParaRPr lang="en-US"/>
          </a:p>
        </p:txBody>
      </p:sp>
      <p:sp>
        <p:nvSpPr>
          <p:cNvPr id="17" name="Picture Placeholder 2">
            <a:extLst>
              <a:ext uri="{FF2B5EF4-FFF2-40B4-BE49-F238E27FC236}">
                <a16:creationId xmlns:a16="http://schemas.microsoft.com/office/drawing/2014/main" id="{D43098FF-AC40-42B4-B12D-6ECFA4F0808E}"/>
              </a:ext>
            </a:extLst>
          </p:cNvPr>
          <p:cNvSpPr>
            <a:spLocks noGrp="1"/>
          </p:cNvSpPr>
          <p:nvPr>
            <p:ph type="pic" sz="quarter" idx="20"/>
          </p:nvPr>
        </p:nvSpPr>
        <p:spPr>
          <a:xfrm>
            <a:off x="9886120" y="3531567"/>
            <a:ext cx="1696280" cy="1749425"/>
          </a:xfrm>
          <a:prstGeom prst="rect">
            <a:avLst/>
          </a:prstGeom>
        </p:spPr>
        <p:txBody>
          <a:bodyPr anchor="ctr"/>
          <a:lstStyle>
            <a:lvl1pPr marL="0" indent="0" algn="ctr">
              <a:buNone/>
              <a:defRPr/>
            </a:lvl1pPr>
          </a:lstStyle>
          <a:p>
            <a:endParaRPr lang="en-US"/>
          </a:p>
        </p:txBody>
      </p:sp>
      <p:sp>
        <p:nvSpPr>
          <p:cNvPr id="18" name="Picture Placeholder 2">
            <a:extLst>
              <a:ext uri="{FF2B5EF4-FFF2-40B4-BE49-F238E27FC236}">
                <a16:creationId xmlns:a16="http://schemas.microsoft.com/office/drawing/2014/main" id="{A3F9BCE2-3ADE-4F3D-B650-E42610BAF834}"/>
              </a:ext>
            </a:extLst>
          </p:cNvPr>
          <p:cNvSpPr>
            <a:spLocks noGrp="1"/>
          </p:cNvSpPr>
          <p:nvPr>
            <p:ph type="pic" sz="quarter" idx="21"/>
          </p:nvPr>
        </p:nvSpPr>
        <p:spPr>
          <a:xfrm>
            <a:off x="619540" y="1619940"/>
            <a:ext cx="1696280" cy="1749425"/>
          </a:xfrm>
          <a:prstGeom prst="rect">
            <a:avLst/>
          </a:prstGeom>
        </p:spPr>
        <p:txBody>
          <a:bodyPr anchor="ctr"/>
          <a:lstStyle>
            <a:lvl1pPr marL="0" indent="0" algn="ctr">
              <a:buNone/>
              <a:defRPr/>
            </a:lvl1pPr>
          </a:lstStyle>
          <a:p>
            <a:endParaRPr lang="en-US"/>
          </a:p>
        </p:txBody>
      </p:sp>
      <p:sp>
        <p:nvSpPr>
          <p:cNvPr id="19" name="Picture Placeholder 2">
            <a:extLst>
              <a:ext uri="{FF2B5EF4-FFF2-40B4-BE49-F238E27FC236}">
                <a16:creationId xmlns:a16="http://schemas.microsoft.com/office/drawing/2014/main" id="{17F0C345-FD44-4CB9-AA15-F9A7B0CA6DE7}"/>
              </a:ext>
            </a:extLst>
          </p:cNvPr>
          <p:cNvSpPr>
            <a:spLocks noGrp="1"/>
          </p:cNvSpPr>
          <p:nvPr>
            <p:ph type="pic" sz="quarter" idx="22"/>
          </p:nvPr>
        </p:nvSpPr>
        <p:spPr>
          <a:xfrm>
            <a:off x="2441714" y="1619940"/>
            <a:ext cx="1696280" cy="1749425"/>
          </a:xfrm>
          <a:prstGeom prst="rect">
            <a:avLst/>
          </a:prstGeom>
        </p:spPr>
        <p:txBody>
          <a:bodyPr anchor="ctr"/>
          <a:lstStyle>
            <a:lvl1pPr marL="0" indent="0" algn="ctr">
              <a:buNone/>
              <a:defRPr/>
            </a:lvl1pPr>
          </a:lstStyle>
          <a:p>
            <a:endParaRPr lang="en-US"/>
          </a:p>
        </p:txBody>
      </p:sp>
      <p:sp>
        <p:nvSpPr>
          <p:cNvPr id="20" name="Picture Placeholder 2">
            <a:extLst>
              <a:ext uri="{FF2B5EF4-FFF2-40B4-BE49-F238E27FC236}">
                <a16:creationId xmlns:a16="http://schemas.microsoft.com/office/drawing/2014/main" id="{14A06D38-ACF1-4C38-B96C-4A022CD87DCF}"/>
              </a:ext>
            </a:extLst>
          </p:cNvPr>
          <p:cNvSpPr>
            <a:spLocks noGrp="1"/>
          </p:cNvSpPr>
          <p:nvPr>
            <p:ph type="pic" sz="quarter" idx="23"/>
          </p:nvPr>
        </p:nvSpPr>
        <p:spPr>
          <a:xfrm>
            <a:off x="612913" y="3531567"/>
            <a:ext cx="1696280" cy="1749425"/>
          </a:xfrm>
          <a:prstGeom prst="rect">
            <a:avLst/>
          </a:prstGeom>
        </p:spPr>
        <p:txBody>
          <a:bodyPr anchor="ctr"/>
          <a:lstStyle>
            <a:lvl1pPr marL="0" indent="0" algn="ctr">
              <a:buNone/>
              <a:defRPr/>
            </a:lvl1pPr>
          </a:lstStyle>
          <a:p>
            <a:endParaRPr lang="en-US"/>
          </a:p>
        </p:txBody>
      </p:sp>
      <p:sp>
        <p:nvSpPr>
          <p:cNvPr id="21" name="Picture Placeholder 2">
            <a:extLst>
              <a:ext uri="{FF2B5EF4-FFF2-40B4-BE49-F238E27FC236}">
                <a16:creationId xmlns:a16="http://schemas.microsoft.com/office/drawing/2014/main" id="{3E961B3A-4844-482D-8E3E-7A2D4FC91565}"/>
              </a:ext>
            </a:extLst>
          </p:cNvPr>
          <p:cNvSpPr>
            <a:spLocks noGrp="1"/>
          </p:cNvSpPr>
          <p:nvPr>
            <p:ph type="pic" sz="quarter" idx="24"/>
          </p:nvPr>
        </p:nvSpPr>
        <p:spPr>
          <a:xfrm>
            <a:off x="2445026" y="3531567"/>
            <a:ext cx="1696280" cy="1749425"/>
          </a:xfrm>
          <a:prstGeom prst="rect">
            <a:avLst/>
          </a:prstGeom>
        </p:spPr>
        <p:txBody>
          <a:bodyPr anchor="ctr"/>
          <a:lstStyle>
            <a:lvl1pPr marL="0" indent="0" algn="ctr">
              <a:buNone/>
              <a:defRPr/>
            </a:lvl1pPr>
          </a:lstStyle>
          <a:p>
            <a:endParaRPr lang="en-US"/>
          </a:p>
        </p:txBody>
      </p:sp>
      <p:sp>
        <p:nvSpPr>
          <p:cNvPr id="22" name="Text Placeholder 21">
            <a:extLst>
              <a:ext uri="{FF2B5EF4-FFF2-40B4-BE49-F238E27FC236}">
                <a16:creationId xmlns:a16="http://schemas.microsoft.com/office/drawing/2014/main" id="{5E71B3E1-54DA-4FBD-B4D4-E14162E1B854}"/>
              </a:ext>
            </a:extLst>
          </p:cNvPr>
          <p:cNvSpPr>
            <a:spLocks noGrp="1"/>
          </p:cNvSpPr>
          <p:nvPr>
            <p:ph type="body" sz="quarter" idx="25"/>
          </p:nvPr>
        </p:nvSpPr>
        <p:spPr>
          <a:xfrm>
            <a:off x="4273208" y="1619941"/>
            <a:ext cx="3657600" cy="3657600"/>
          </a:xfrm>
          <a:prstGeom prst="rect">
            <a:avLst/>
          </a:prstGeom>
          <a:solidFill>
            <a:srgbClr val="003478"/>
          </a:solidFill>
        </p:spPr>
        <p:txBody>
          <a:bodyPr lIns="365760" rIns="365760" anchor="ctr"/>
          <a:lstStyle>
            <a:lvl1pPr marL="0" indent="0" algn="l">
              <a:buNone/>
              <a:defRPr sz="1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a:t>
            </a:r>
          </a:p>
        </p:txBody>
      </p:sp>
      <p:sp>
        <p:nvSpPr>
          <p:cNvPr id="5" name="Text Placeholder 12">
            <a:extLst>
              <a:ext uri="{FF2B5EF4-FFF2-40B4-BE49-F238E27FC236}">
                <a16:creationId xmlns:a16="http://schemas.microsoft.com/office/drawing/2014/main" id="{C386BB78-113E-72A3-1A10-779C47F4D8B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8CE3AE62-3C01-8F04-8AE0-E82868DB4A24}"/>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7" name="Group 6">
            <a:extLst>
              <a:ext uri="{FF2B5EF4-FFF2-40B4-BE49-F238E27FC236}">
                <a16:creationId xmlns:a16="http://schemas.microsoft.com/office/drawing/2014/main" id="{D8B5D350-1A27-77BE-47AC-DCEE751C6CD0}"/>
              </a:ext>
            </a:extLst>
          </p:cNvPr>
          <p:cNvGrpSpPr/>
          <p:nvPr userDrawn="1"/>
        </p:nvGrpSpPr>
        <p:grpSpPr>
          <a:xfrm>
            <a:off x="9133049" y="6372686"/>
            <a:ext cx="3058950" cy="485314"/>
            <a:chOff x="9133049" y="6372686"/>
            <a:chExt cx="3058950" cy="485314"/>
          </a:xfrm>
        </p:grpSpPr>
        <p:pic>
          <p:nvPicPr>
            <p:cNvPr id="9" name="Picture 8">
              <a:extLst>
                <a:ext uri="{FF2B5EF4-FFF2-40B4-BE49-F238E27FC236}">
                  <a16:creationId xmlns:a16="http://schemas.microsoft.com/office/drawing/2014/main" id="{ED67B799-DF81-7A0A-01E6-67549428F1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0" name="Picture 9">
              <a:extLst>
                <a:ext uri="{FF2B5EF4-FFF2-40B4-BE49-F238E27FC236}">
                  <a16:creationId xmlns:a16="http://schemas.microsoft.com/office/drawing/2014/main" id="{92BB3341-6060-3DCE-A3AF-B7CF17E793DC}"/>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66801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160979"/>
            <a:ext cx="10962862" cy="5024063"/>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485314"/>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4" name="TextBox 3">
            <a:extLst>
              <a:ext uri="{FF2B5EF4-FFF2-40B4-BE49-F238E27FC236}">
                <a16:creationId xmlns:a16="http://schemas.microsoft.com/office/drawing/2014/main" id="{DB253AF9-EF5E-6A8C-1936-5C5C44F3A041}"/>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E83D7B4C-A8BD-CA0A-39C7-70654FA9A90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B93327F8-CE74-766B-34BA-3C89A37673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155EA6B2-31CC-7173-E4C0-1699369D1FBA}"/>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252708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4" name="TextBox 3">
            <a:extLst>
              <a:ext uri="{FF2B5EF4-FFF2-40B4-BE49-F238E27FC236}">
                <a16:creationId xmlns:a16="http://schemas.microsoft.com/office/drawing/2014/main" id="{DB253AF9-EF5E-6A8C-1936-5C5C44F3A041}"/>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grpSp>
        <p:nvGrpSpPr>
          <p:cNvPr id="10" name="Group 9">
            <a:extLst>
              <a:ext uri="{FF2B5EF4-FFF2-40B4-BE49-F238E27FC236}">
                <a16:creationId xmlns:a16="http://schemas.microsoft.com/office/drawing/2014/main" id="{E83D7B4C-A8BD-CA0A-39C7-70654FA9A90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B93327F8-CE74-766B-34BA-3C89A37673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155EA6B2-31CC-7173-E4C0-1699369D1FBA}"/>
                </a:ext>
              </a:extLst>
            </p:cNvPr>
            <p:cNvPicPr>
              <a:picLocks noChangeAspect="1"/>
            </p:cNvPicPr>
            <p:nvPr userDrawn="1"/>
          </p:nvPicPr>
          <p:blipFill>
            <a:blip r:embed="rId3"/>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791826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ransition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60E2-4A59-41CF-9D25-3932C8732117}"/>
              </a:ext>
            </a:extLst>
          </p:cNvPr>
          <p:cNvSpPr>
            <a:spLocks noGrp="1"/>
          </p:cNvSpPr>
          <p:nvPr>
            <p:ph type="title" hasCustomPrompt="1"/>
          </p:nvPr>
        </p:nvSpPr>
        <p:spPr>
          <a:xfrm>
            <a:off x="1482511" y="3009440"/>
            <a:ext cx="9218621" cy="650277"/>
          </a:xfrm>
          <a:prstGeom prst="rect">
            <a:avLst/>
          </a:prstGeom>
        </p:spPr>
        <p:txBody>
          <a:bodyPr/>
          <a:lstStyle>
            <a:lvl1pPr algn="ctr">
              <a:defRPr sz="3600" b="1">
                <a:solidFill>
                  <a:srgbClr val="003478"/>
                </a:solidFill>
                <a:latin typeface="Arial" panose="020B0604020202020204" pitchFamily="34" charset="0"/>
                <a:cs typeface="Arial" panose="020B0604020202020204" pitchFamily="34" charset="0"/>
              </a:defRPr>
            </a:lvl1pPr>
          </a:lstStyle>
          <a:p>
            <a:r>
              <a:rPr lang="en-US"/>
              <a:t>Transition Slide</a:t>
            </a:r>
          </a:p>
        </p:txBody>
      </p:sp>
      <p:cxnSp>
        <p:nvCxnSpPr>
          <p:cNvPr id="4" name="Straight Connector 3">
            <a:extLst>
              <a:ext uri="{FF2B5EF4-FFF2-40B4-BE49-F238E27FC236}">
                <a16:creationId xmlns:a16="http://schemas.microsoft.com/office/drawing/2014/main" id="{47064096-BC33-4BE5-921C-3C44EFC9E5AC}"/>
              </a:ext>
            </a:extLst>
          </p:cNvPr>
          <p:cNvCxnSpPr>
            <a:cxnSpLocks/>
          </p:cNvCxnSpPr>
          <p:nvPr userDrawn="1"/>
        </p:nvCxnSpPr>
        <p:spPr>
          <a:xfrm>
            <a:off x="5406021" y="4128578"/>
            <a:ext cx="1371600" cy="0"/>
          </a:xfrm>
          <a:prstGeom prst="line">
            <a:avLst/>
          </a:prstGeom>
          <a:ln w="57150">
            <a:solidFill>
              <a:srgbClr val="00347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406284"/>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3244960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002F6C"/>
        </a:solidFill>
        <a:effectLst/>
      </p:bgPr>
    </p:bg>
    <p:spTree>
      <p:nvGrpSpPr>
        <p:cNvPr id="1" name=""/>
        <p:cNvGrpSpPr/>
        <p:nvPr/>
      </p:nvGrpSpPr>
      <p:grpSpPr>
        <a:xfrm>
          <a:off x="0" y="0"/>
          <a:ext cx="0" cy="0"/>
          <a:chOff x="0" y="0"/>
          <a:chExt cx="0" cy="0"/>
        </a:xfrm>
      </p:grpSpPr>
      <p:sp>
        <p:nvSpPr>
          <p:cNvPr id="7172" name="Rectangle 4"/>
          <p:cNvSpPr>
            <a:spLocks noGrp="1" noChangeArrowheads="1"/>
          </p:cNvSpPr>
          <p:nvPr>
            <p:ph type="ctrTitle" hasCustomPrompt="1"/>
          </p:nvPr>
        </p:nvSpPr>
        <p:spPr>
          <a:xfrm>
            <a:off x="615951" y="1501721"/>
            <a:ext cx="10979420" cy="1143000"/>
          </a:xfrm>
          <a:prstGeom prst="rect">
            <a:avLst/>
          </a:prstGeom>
        </p:spPr>
        <p:txBody>
          <a:bodyPr anchor="b"/>
          <a:lstStyle>
            <a:lvl1pPr algn="ctr" defTabSz="877888">
              <a:defRPr sz="4000" b="1" i="0" baseline="0">
                <a:solidFill>
                  <a:srgbClr val="FFFFFF"/>
                </a:solidFill>
                <a:latin typeface="Agency FB" panose="020B0503020202020204" pitchFamily="34" charset="0"/>
                <a:cs typeface="Calibri Light" panose="020F0302020204030204" pitchFamily="34" charset="0"/>
              </a:defRPr>
            </a:lvl1pPr>
          </a:lstStyle>
          <a:p>
            <a:r>
              <a:rPr lang="en-US"/>
              <a:t>Click to Enter Presentation Title</a:t>
            </a:r>
          </a:p>
        </p:txBody>
      </p:sp>
      <p:sp>
        <p:nvSpPr>
          <p:cNvPr id="24" name="Text Placeholder 21"/>
          <p:cNvSpPr>
            <a:spLocks noGrp="1"/>
          </p:cNvSpPr>
          <p:nvPr>
            <p:ph type="body" sz="quarter" idx="12" hasCustomPrompt="1"/>
          </p:nvPr>
        </p:nvSpPr>
        <p:spPr>
          <a:xfrm>
            <a:off x="615952" y="2839168"/>
            <a:ext cx="10962217" cy="369332"/>
          </a:xfrm>
          <a:prstGeom prst="rect">
            <a:avLst/>
          </a:prstGeom>
        </p:spPr>
        <p:txBody>
          <a:bodyPr/>
          <a:lstStyle>
            <a:lvl1pPr marL="0" indent="0" algn="ctr">
              <a:spcBef>
                <a:spcPts val="0"/>
              </a:spcBef>
              <a:buNone/>
              <a:defRPr sz="2400" b="0" i="0">
                <a:solidFill>
                  <a:srgbClr val="FFFFFF"/>
                </a:solidFill>
                <a:latin typeface="Calibri Light" panose="020F0302020204030204" pitchFamily="34" charset="0"/>
                <a:cs typeface="Calibri Light" panose="020F0302020204030204" pitchFamily="34" charset="0"/>
              </a:defRPr>
            </a:lvl1pPr>
            <a:lvl2pPr marL="0" indent="0">
              <a:buNone/>
              <a:defRPr sz="1800"/>
            </a:lvl2pPr>
            <a:lvl3pPr marL="0" indent="0">
              <a:buNone/>
              <a:defRPr sz="1800"/>
            </a:lvl3pPr>
            <a:lvl4pPr marL="0" indent="0">
              <a:buNone/>
              <a:defRPr sz="1800"/>
            </a:lvl4pPr>
            <a:lvl5pPr marL="0" indent="0">
              <a:buNone/>
              <a:defRPr sz="1800"/>
            </a:lvl5pPr>
          </a:lstStyle>
          <a:p>
            <a:pPr lvl="0"/>
            <a:r>
              <a:rPr lang="en-US"/>
              <a:t>Subtitle</a:t>
            </a: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0813" y="5168574"/>
            <a:ext cx="5669867" cy="1027662"/>
          </a:xfrm>
          <a:prstGeom prst="rect">
            <a:avLst/>
          </a:prstGeom>
        </p:spPr>
      </p:pic>
      <p:sp>
        <p:nvSpPr>
          <p:cNvPr id="2" name="Rectangle 1"/>
          <p:cNvSpPr/>
          <p:nvPr userDrawn="1"/>
        </p:nvSpPr>
        <p:spPr bwMode="auto">
          <a:xfrm>
            <a:off x="9181629" y="6129868"/>
            <a:ext cx="3010371" cy="728133"/>
          </a:xfrm>
          <a:prstGeom prst="rect">
            <a:avLst/>
          </a:prstGeom>
          <a:solidFill>
            <a:srgbClr val="002F6C"/>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1" i="0" u="none" strike="noStrike" cap="none" normalizeH="0" baseline="0">
              <a:ln>
                <a:noFill/>
              </a:ln>
              <a:solidFill>
                <a:srgbClr val="FAFD00"/>
              </a:solidFill>
              <a:effectLst>
                <a:outerShdw blurRad="38100" dist="38100" dir="2700000" algn="tl">
                  <a:srgbClr val="000000">
                    <a:alpha val="43137"/>
                  </a:srgbClr>
                </a:outerShdw>
              </a:effectLst>
              <a:latin typeface="Arial" pitchFamily="-112" charset="0"/>
            </a:endParaRPr>
          </a:p>
        </p:txBody>
      </p:sp>
      <p:sp>
        <p:nvSpPr>
          <p:cNvPr id="8" name="TextBox 7"/>
          <p:cNvSpPr txBox="1"/>
          <p:nvPr userDrawn="1"/>
        </p:nvSpPr>
        <p:spPr>
          <a:xfrm>
            <a:off x="4267201" y="6468906"/>
            <a:ext cx="3684823" cy="184666"/>
          </a:xfrm>
          <a:prstGeom prst="rect">
            <a:avLst/>
          </a:prstGeom>
          <a:noFill/>
        </p:spPr>
        <p:txBody>
          <a:bodyPr wrap="square" rtlCol="0">
            <a:spAutoFit/>
          </a:bodyPr>
          <a:lstStyle/>
          <a:p>
            <a:pPr algn="ctr"/>
            <a:r>
              <a:rPr lang="en-US" sz="600" b="0">
                <a:solidFill>
                  <a:srgbClr val="FFFFFF"/>
                </a:solidFill>
              </a:rPr>
              <a:t>LOCKHEED</a:t>
            </a:r>
            <a:r>
              <a:rPr lang="en-US" sz="600" b="0" baseline="0">
                <a:solidFill>
                  <a:srgbClr val="FFFFFF"/>
                </a:solidFill>
              </a:rPr>
              <a:t> MARTIN PROPRIETARY INFORMATION</a:t>
            </a:r>
            <a:endParaRPr lang="en-US" sz="600" b="0">
              <a:solidFill>
                <a:srgbClr val="FFFFFF"/>
              </a:solidFill>
            </a:endParaRPr>
          </a:p>
        </p:txBody>
      </p:sp>
      <p:sp>
        <p:nvSpPr>
          <p:cNvPr id="4" name="Text Placeholder 3"/>
          <p:cNvSpPr>
            <a:spLocks noGrp="1"/>
          </p:cNvSpPr>
          <p:nvPr>
            <p:ph type="body" sz="quarter" idx="13" hasCustomPrompt="1"/>
          </p:nvPr>
        </p:nvSpPr>
        <p:spPr>
          <a:xfrm>
            <a:off x="3293534" y="3587751"/>
            <a:ext cx="5579533" cy="276999"/>
          </a:xfrm>
          <a:prstGeom prst="rect">
            <a:avLst/>
          </a:prstGeom>
        </p:spPr>
        <p:txBody>
          <a:bodyPr/>
          <a:lstStyle>
            <a:lvl1pPr marL="0" indent="0" algn="ctr">
              <a:buFontTx/>
              <a:buNone/>
              <a:defRPr sz="1800">
                <a:solidFill>
                  <a:schemeClr val="tx2"/>
                </a:solidFill>
              </a:defRPr>
            </a:lvl1pPr>
            <a:lvl2pPr marL="287338" indent="0">
              <a:buFontTx/>
              <a:buNone/>
              <a:defRPr/>
            </a:lvl2pPr>
            <a:lvl3pPr marL="511175" indent="0">
              <a:buFontTx/>
              <a:buNone/>
              <a:defRPr/>
            </a:lvl3pPr>
            <a:lvl4pPr marL="744537" indent="0">
              <a:buFontTx/>
              <a:buNone/>
              <a:defRPr/>
            </a:lvl4pPr>
            <a:lvl5pPr>
              <a:buFontTx/>
              <a:buNone/>
              <a:defRPr/>
            </a:lvl5pPr>
          </a:lstStyle>
          <a:p>
            <a:pPr lvl="0"/>
            <a:r>
              <a:rPr lang="en-US"/>
              <a:t>Location/Date</a:t>
            </a:r>
          </a:p>
        </p:txBody>
      </p:sp>
      <p:sp>
        <p:nvSpPr>
          <p:cNvPr id="12" name="Text Placeholder 11"/>
          <p:cNvSpPr>
            <a:spLocks noGrp="1"/>
          </p:cNvSpPr>
          <p:nvPr>
            <p:ph type="body" sz="quarter" idx="14" hasCustomPrompt="1"/>
          </p:nvPr>
        </p:nvSpPr>
        <p:spPr>
          <a:xfrm>
            <a:off x="3318933" y="4102101"/>
            <a:ext cx="5562600" cy="246221"/>
          </a:xfrm>
          <a:prstGeom prst="rect">
            <a:avLst/>
          </a:prstGeom>
        </p:spPr>
        <p:txBody>
          <a:bodyPr/>
          <a:lstStyle>
            <a:lvl1pPr marL="0" indent="0" algn="ctr">
              <a:buFontTx/>
              <a:buNone/>
              <a:defRPr sz="1600" baseline="0">
                <a:solidFill>
                  <a:schemeClr val="tx2"/>
                </a:solidFill>
                <a:latin typeface="+mj-lt"/>
              </a:defRPr>
            </a:lvl1pPr>
            <a:lvl2pPr marL="287338" indent="0" algn="ctr">
              <a:buFontTx/>
              <a:buNone/>
              <a:defRPr>
                <a:solidFill>
                  <a:schemeClr val="tx2"/>
                </a:solidFill>
                <a:latin typeface="+mj-lt"/>
              </a:defRPr>
            </a:lvl2pPr>
            <a:lvl3pPr marL="511175" indent="0" algn="ctr">
              <a:buFontTx/>
              <a:buNone/>
              <a:defRPr>
                <a:solidFill>
                  <a:schemeClr val="tx2"/>
                </a:solidFill>
                <a:latin typeface="+mj-lt"/>
              </a:defRPr>
            </a:lvl3pPr>
            <a:lvl4pPr marL="744537" indent="0" algn="ctr">
              <a:buFontTx/>
              <a:buNone/>
              <a:defRPr>
                <a:solidFill>
                  <a:schemeClr val="tx2"/>
                </a:solidFill>
                <a:latin typeface="+mj-lt"/>
              </a:defRPr>
            </a:lvl4pPr>
            <a:lvl5pPr algn="ctr">
              <a:buFontTx/>
              <a:buNone/>
              <a:defRPr>
                <a:solidFill>
                  <a:schemeClr val="tx2"/>
                </a:solidFill>
                <a:latin typeface="+mj-lt"/>
              </a:defRPr>
            </a:lvl5pPr>
          </a:lstStyle>
          <a:p>
            <a:pPr lvl="0"/>
            <a:r>
              <a:rPr lang="en-US"/>
              <a:t>Presenter Name and Title</a:t>
            </a:r>
          </a:p>
        </p:txBody>
      </p:sp>
    </p:spTree>
    <p:extLst>
      <p:ext uri="{BB962C8B-B14F-4D97-AF65-F5344CB8AC3E}">
        <p14:creationId xmlns:p14="http://schemas.microsoft.com/office/powerpoint/2010/main" val="3178197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5951" y="458788"/>
            <a:ext cx="974936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defRPr lang="en-US" b="1" i="0">
                <a:latin typeface="Agency FB" panose="020B0503020202020204" pitchFamily="34" charset="0"/>
                <a:cs typeface="Calibri Light" panose="020F0302020204030204" pitchFamily="34" charset="0"/>
              </a:defRPr>
            </a:lvl1pPr>
          </a:lstStyle>
          <a:p>
            <a:pPr lvl="0"/>
            <a:r>
              <a:rPr lang="en-US"/>
              <a:t>Click to Edit Master Title Style</a:t>
            </a:r>
          </a:p>
        </p:txBody>
      </p:sp>
    </p:spTree>
    <p:extLst>
      <p:ext uri="{BB962C8B-B14F-4D97-AF65-F5344CB8AC3E}">
        <p14:creationId xmlns:p14="http://schemas.microsoft.com/office/powerpoint/2010/main" val="27841452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5951" y="458788"/>
            <a:ext cx="974936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defRPr lang="en-US" b="1" i="0" dirty="0">
                <a:latin typeface="Agency FB" panose="020B0503020202020204" pitchFamily="34" charset="0"/>
                <a:cs typeface="Calibri Light" panose="020F0302020204030204" pitchFamily="34" charset="0"/>
              </a:defRPr>
            </a:lvl1pPr>
          </a:lstStyle>
          <a:p>
            <a:pPr lvl="0"/>
            <a:r>
              <a:rPr lang="en-US"/>
              <a:t>Click to Edit Master Title Style</a:t>
            </a:r>
          </a:p>
        </p:txBody>
      </p:sp>
      <p:sp>
        <p:nvSpPr>
          <p:cNvPr id="8" name="Content Placeholder 3"/>
          <p:cNvSpPr>
            <a:spLocks noGrp="1"/>
          </p:cNvSpPr>
          <p:nvPr>
            <p:ph sz="quarter" idx="10"/>
          </p:nvPr>
        </p:nvSpPr>
        <p:spPr>
          <a:xfrm>
            <a:off x="609600" y="1225550"/>
            <a:ext cx="10972800" cy="4527550"/>
          </a:xfrm>
          <a:prstGeom prst="rect">
            <a:avLst/>
          </a:prstGeom>
        </p:spPr>
        <p:txBody>
          <a:bodyPr/>
          <a:lstStyle>
            <a:lvl1pPr>
              <a:defRPr sz="1800" b="0">
                <a:solidFill>
                  <a:schemeClr val="tx1">
                    <a:lumMod val="50000"/>
                    <a:lumOff val="50000"/>
                  </a:schemeClr>
                </a:solidFill>
                <a:latin typeface="+mj-lt"/>
              </a:defRPr>
            </a:lvl1pPr>
            <a:lvl2pPr marL="515938" indent="-228600">
              <a:buFont typeface="Arial" panose="020B0604020202020204" pitchFamily="34" charset="0"/>
              <a:buChar char="•"/>
              <a:defRPr sz="1600" b="0">
                <a:solidFill>
                  <a:schemeClr val="tx1">
                    <a:lumMod val="50000"/>
                    <a:lumOff val="50000"/>
                  </a:schemeClr>
                </a:solidFill>
                <a:latin typeface="+mj-lt"/>
              </a:defRPr>
            </a:lvl2pPr>
            <a:lvl3pPr>
              <a:defRPr sz="1400" b="0">
                <a:solidFill>
                  <a:schemeClr val="tx1">
                    <a:lumMod val="50000"/>
                    <a:lumOff val="50000"/>
                  </a:schemeClr>
                </a:solidFill>
                <a:latin typeface="+mj-lt"/>
              </a:defRPr>
            </a:lvl3pPr>
            <a:lvl4pPr marL="914400" indent="-169863">
              <a:buFont typeface="Arial" panose="020B0604020202020204" pitchFamily="34" charset="0"/>
              <a:buChar char="•"/>
              <a:defRPr sz="1400" b="0">
                <a:solidFill>
                  <a:schemeClr val="tx1">
                    <a:lumMod val="50000"/>
                    <a:lumOff val="50000"/>
                  </a:schemeClr>
                </a:solidFill>
                <a:latin typeface="+mj-lt"/>
              </a:defRPr>
            </a:lvl4pPr>
            <a:lvl5pPr marL="1143000" indent="-174625">
              <a:buFont typeface="Arial" panose="020B0604020202020204" pitchFamily="34" charset="0"/>
              <a:buChar char="•"/>
              <a:defRPr sz="1400" b="0">
                <a:solidFill>
                  <a:schemeClr val="tx1">
                    <a:lumMod val="50000"/>
                    <a:lumOff val="50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2571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ransition Slide White Backgroun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2571" y="2682245"/>
            <a:ext cx="10978880" cy="707886"/>
          </a:xfrm>
          <a:prstGeom prst="rect">
            <a:avLst/>
          </a:prstGeom>
        </p:spPr>
        <p:txBody>
          <a:bodyPr>
            <a:spAutoFit/>
          </a:bodyPr>
          <a:lstStyle>
            <a:lvl1pPr algn="ctr">
              <a:defRPr sz="4000" b="1" i="0">
                <a:solidFill>
                  <a:srgbClr val="002F6C"/>
                </a:solidFill>
                <a:effectLst/>
                <a:latin typeface="Agency FB" panose="020B0503020202020204" pitchFamily="34" charset="0"/>
                <a:cs typeface="Calibri Light" panose="020F0302020204030204" pitchFamily="34" charset="0"/>
              </a:defRPr>
            </a:lvl1pPr>
          </a:lstStyle>
          <a:p>
            <a:r>
              <a:rPr lang="en-US"/>
              <a:t>Click to Edit Master Title Style</a:t>
            </a:r>
          </a:p>
        </p:txBody>
      </p:sp>
    </p:spTree>
    <p:extLst>
      <p:ext uri="{BB962C8B-B14F-4D97-AF65-F5344CB8AC3E}">
        <p14:creationId xmlns:p14="http://schemas.microsoft.com/office/powerpoint/2010/main" val="2433166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Blue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5951" y="458788"/>
            <a:ext cx="974936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defRPr lang="en-US" b="1" i="0">
                <a:latin typeface="Agency FB" panose="020B0503020202020204" pitchFamily="34" charset="0"/>
                <a:cs typeface="Calibri Light" panose="020F0302020204030204" pitchFamily="34" charset="0"/>
              </a:defRPr>
            </a:lvl1pPr>
          </a:lstStyle>
          <a:p>
            <a:pPr lvl="0"/>
            <a:r>
              <a:rPr lang="en-US"/>
              <a:t>Click to Edit Master Title Style</a:t>
            </a:r>
          </a:p>
        </p:txBody>
      </p:sp>
      <p:sp>
        <p:nvSpPr>
          <p:cNvPr id="4" name="Content Placeholder 3"/>
          <p:cNvSpPr>
            <a:spLocks noGrp="1"/>
          </p:cNvSpPr>
          <p:nvPr>
            <p:ph sz="quarter" idx="10"/>
          </p:nvPr>
        </p:nvSpPr>
        <p:spPr>
          <a:xfrm>
            <a:off x="609600" y="1225550"/>
            <a:ext cx="5486400" cy="4527550"/>
          </a:xfrm>
          <a:prstGeom prst="rect">
            <a:avLst/>
          </a:prstGeom>
        </p:spPr>
        <p:txBody>
          <a:bodyPr/>
          <a:lstStyle>
            <a:lvl1pPr>
              <a:defRPr sz="1800" b="0">
                <a:solidFill>
                  <a:schemeClr val="tx1">
                    <a:lumMod val="50000"/>
                    <a:lumOff val="50000"/>
                  </a:schemeClr>
                </a:solidFill>
                <a:latin typeface="+mj-lt"/>
              </a:defRPr>
            </a:lvl1pPr>
            <a:lvl2pPr marL="515938" indent="-228600">
              <a:buFont typeface="Arial" panose="020B0604020202020204" pitchFamily="34" charset="0"/>
              <a:buChar char="•"/>
              <a:defRPr sz="1600" b="0">
                <a:solidFill>
                  <a:schemeClr val="tx1">
                    <a:lumMod val="50000"/>
                    <a:lumOff val="50000"/>
                  </a:schemeClr>
                </a:solidFill>
                <a:latin typeface="+mj-lt"/>
              </a:defRPr>
            </a:lvl2pPr>
            <a:lvl3pPr>
              <a:defRPr sz="1400" b="0">
                <a:solidFill>
                  <a:schemeClr val="tx1">
                    <a:lumMod val="50000"/>
                    <a:lumOff val="50000"/>
                  </a:schemeClr>
                </a:solidFill>
                <a:latin typeface="+mj-lt"/>
              </a:defRPr>
            </a:lvl3pPr>
            <a:lvl4pPr marL="914400" indent="-169863">
              <a:buFont typeface="Arial" panose="020B0604020202020204" pitchFamily="34" charset="0"/>
              <a:buChar char="•"/>
              <a:defRPr sz="1400" b="0">
                <a:solidFill>
                  <a:schemeClr val="tx1">
                    <a:lumMod val="50000"/>
                    <a:lumOff val="50000"/>
                  </a:schemeClr>
                </a:solidFill>
                <a:latin typeface="+mj-lt"/>
              </a:defRPr>
            </a:lvl4pPr>
            <a:lvl5pPr marL="1143000" indent="-174625">
              <a:buFont typeface="Arial" panose="020B0604020202020204" pitchFamily="34" charset="0"/>
              <a:buChar char="•"/>
              <a:defRPr sz="1400" b="0">
                <a:solidFill>
                  <a:schemeClr val="tx1">
                    <a:lumMod val="50000"/>
                    <a:lumOff val="50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12"/>
          <p:cNvSpPr>
            <a:spLocks noGrp="1"/>
          </p:cNvSpPr>
          <p:nvPr>
            <p:ph type="body" sz="quarter" idx="11" hasCustomPrompt="1"/>
          </p:nvPr>
        </p:nvSpPr>
        <p:spPr>
          <a:xfrm>
            <a:off x="6943930" y="2737125"/>
            <a:ext cx="4625975" cy="2961660"/>
          </a:xfrm>
          <a:prstGeom prst="rect">
            <a:avLst/>
          </a:prstGeom>
          <a:solidFill>
            <a:srgbClr val="FFFFFF">
              <a:alpha val="80000"/>
            </a:srgbClr>
          </a:solidFill>
        </p:spPr>
        <p:txBody>
          <a:bodyPr tIns="91440" bIns="91440" anchor="ctr">
            <a:normAutofit/>
          </a:bodyPr>
          <a:lstStyle>
            <a:lvl1pPr marL="0" indent="0" algn="r">
              <a:lnSpc>
                <a:spcPct val="90000"/>
              </a:lnSpc>
              <a:spcBef>
                <a:spcPts val="0"/>
              </a:spcBef>
              <a:buNone/>
              <a:defRPr sz="3000" b="0" i="0" kern="1200" cap="none" baseline="0">
                <a:solidFill>
                  <a:srgbClr val="00A3E0"/>
                </a:solidFill>
                <a:latin typeface="Agency FB" panose="020B0503020202020204" pitchFamily="34" charset="0"/>
                <a:cs typeface="Calibri Light" panose="020F0302020204030204" pitchFamily="34" charset="0"/>
              </a:defRPr>
            </a:lvl1pPr>
          </a:lstStyle>
          <a:p>
            <a:pPr lvl="0"/>
            <a:r>
              <a:rPr lang="en-US"/>
              <a:t>Add message here.</a:t>
            </a:r>
          </a:p>
        </p:txBody>
      </p:sp>
    </p:spTree>
    <p:extLst>
      <p:ext uri="{BB962C8B-B14F-4D97-AF65-F5344CB8AC3E}">
        <p14:creationId xmlns:p14="http://schemas.microsoft.com/office/powerpoint/2010/main" val="3735743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with Blue Header and Message">
    <p:spTree>
      <p:nvGrpSpPr>
        <p:cNvPr id="1" name=""/>
        <p:cNvGrpSpPr/>
        <p:nvPr/>
      </p:nvGrpSpPr>
      <p:grpSpPr>
        <a:xfrm>
          <a:off x="0" y="0"/>
          <a:ext cx="0" cy="0"/>
          <a:chOff x="0" y="0"/>
          <a:chExt cx="0" cy="0"/>
        </a:xfrm>
      </p:grpSpPr>
      <p:sp>
        <p:nvSpPr>
          <p:cNvPr id="10" name="Picture Placeholder 15"/>
          <p:cNvSpPr>
            <a:spLocks noGrp="1"/>
          </p:cNvSpPr>
          <p:nvPr>
            <p:ph type="pic" sz="quarter" idx="13"/>
          </p:nvPr>
        </p:nvSpPr>
        <p:spPr>
          <a:xfrm>
            <a:off x="0" y="0"/>
            <a:ext cx="12192000" cy="6229350"/>
          </a:xfrm>
          <a:prstGeom prst="rect">
            <a:avLst/>
          </a:prstGeom>
        </p:spPr>
        <p:txBody>
          <a:bodyPr anchor="ctr"/>
          <a:lstStyle>
            <a:lvl1pPr marL="0" indent="0" algn="ctr">
              <a:buNone/>
              <a:defRPr/>
            </a:lvl1pPr>
          </a:lstStyle>
          <a:p>
            <a:endParaRPr lang="en-US"/>
          </a:p>
        </p:txBody>
      </p:sp>
      <p:sp>
        <p:nvSpPr>
          <p:cNvPr id="13" name="Text Placeholder 12"/>
          <p:cNvSpPr>
            <a:spLocks noGrp="1"/>
          </p:cNvSpPr>
          <p:nvPr>
            <p:ph type="body" sz="quarter" idx="11" hasCustomPrompt="1"/>
          </p:nvPr>
        </p:nvSpPr>
        <p:spPr>
          <a:xfrm>
            <a:off x="6956426" y="2737125"/>
            <a:ext cx="4625975" cy="2961660"/>
          </a:xfrm>
          <a:prstGeom prst="rect">
            <a:avLst/>
          </a:prstGeom>
          <a:solidFill>
            <a:srgbClr val="FFFFFF">
              <a:alpha val="80000"/>
            </a:srgbClr>
          </a:solidFill>
        </p:spPr>
        <p:txBody>
          <a:bodyPr tIns="91440" bIns="91440" anchor="ctr">
            <a:normAutofit/>
          </a:bodyPr>
          <a:lstStyle>
            <a:lvl1pPr marL="0" indent="0" algn="r">
              <a:lnSpc>
                <a:spcPct val="90000"/>
              </a:lnSpc>
              <a:spcBef>
                <a:spcPts val="0"/>
              </a:spcBef>
              <a:buNone/>
              <a:defRPr sz="3000" b="0" i="0" kern="1200" cap="none" baseline="0">
                <a:solidFill>
                  <a:srgbClr val="00A3E0"/>
                </a:solidFill>
                <a:latin typeface="Agency FB" panose="020B0503020202020204" pitchFamily="34" charset="0"/>
                <a:cs typeface="Calibri Light" panose="020F0302020204030204" pitchFamily="34" charset="0"/>
              </a:defRPr>
            </a:lvl1pPr>
          </a:lstStyle>
          <a:p>
            <a:pPr lvl="0"/>
            <a:r>
              <a:rPr lang="en-US"/>
              <a:t>Add message here.</a:t>
            </a:r>
          </a:p>
        </p:txBody>
      </p:sp>
      <p:sp>
        <p:nvSpPr>
          <p:cNvPr id="2" name="Title 1"/>
          <p:cNvSpPr>
            <a:spLocks noGrp="1"/>
          </p:cNvSpPr>
          <p:nvPr>
            <p:ph type="title" hasCustomPrompt="1"/>
          </p:nvPr>
        </p:nvSpPr>
        <p:spPr>
          <a:xfrm>
            <a:off x="615951" y="458788"/>
            <a:ext cx="974936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defRPr lang="en-US" b="1" i="0">
                <a:latin typeface="Agency FB" panose="020B0503020202020204" pitchFamily="34" charset="0"/>
                <a:cs typeface="Calibri Light" panose="020F0302020204030204" pitchFamily="34" charset="0"/>
              </a:defRPr>
            </a:lvl1pPr>
          </a:lstStyle>
          <a:p>
            <a:pPr lvl="0"/>
            <a:r>
              <a:rPr lang="en-US"/>
              <a:t>Click to Edit Master Title Style</a:t>
            </a:r>
          </a:p>
        </p:txBody>
      </p:sp>
    </p:spTree>
    <p:extLst>
      <p:ext uri="{BB962C8B-B14F-4D97-AF65-F5344CB8AC3E}">
        <p14:creationId xmlns:p14="http://schemas.microsoft.com/office/powerpoint/2010/main" val="699460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in Summary">
    <p:spTree>
      <p:nvGrpSpPr>
        <p:cNvPr id="1" name=""/>
        <p:cNvGrpSpPr/>
        <p:nvPr/>
      </p:nvGrpSpPr>
      <p:grpSpPr>
        <a:xfrm>
          <a:off x="0" y="0"/>
          <a:ext cx="0" cy="0"/>
          <a:chOff x="0" y="0"/>
          <a:chExt cx="0" cy="0"/>
        </a:xfrm>
      </p:grpSpPr>
      <p:sp>
        <p:nvSpPr>
          <p:cNvPr id="13" name="Content Placeholder 3"/>
          <p:cNvSpPr>
            <a:spLocks noGrp="1"/>
          </p:cNvSpPr>
          <p:nvPr>
            <p:ph sz="half" idx="23"/>
          </p:nvPr>
        </p:nvSpPr>
        <p:spPr>
          <a:xfrm>
            <a:off x="219457" y="5084064"/>
            <a:ext cx="5670551" cy="1353312"/>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p:cNvSpPr>
            <a:spLocks noGrp="1"/>
          </p:cNvSpPr>
          <p:nvPr>
            <p:ph sz="half" idx="22"/>
          </p:nvPr>
        </p:nvSpPr>
        <p:spPr>
          <a:xfrm>
            <a:off x="6278881" y="3922776"/>
            <a:ext cx="5670551" cy="2514600"/>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p:cNvSpPr>
            <a:spLocks noGrp="1"/>
          </p:cNvSpPr>
          <p:nvPr>
            <p:ph sz="half" idx="21"/>
          </p:nvPr>
        </p:nvSpPr>
        <p:spPr>
          <a:xfrm>
            <a:off x="6278434" y="996696"/>
            <a:ext cx="5670551" cy="2514600"/>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itle 30"/>
          <p:cNvSpPr>
            <a:spLocks noGrp="1"/>
          </p:cNvSpPr>
          <p:nvPr>
            <p:ph type="title"/>
          </p:nvPr>
        </p:nvSpPr>
        <p:spPr/>
        <p:txBody>
          <a:bodyPr/>
          <a:lstStyle/>
          <a:p>
            <a:r>
              <a:rPr lang="en-US"/>
              <a:t>Click to edit Master title style</a:t>
            </a:r>
          </a:p>
        </p:txBody>
      </p:sp>
      <p:sp>
        <p:nvSpPr>
          <p:cNvPr id="38" name="Content Placeholder 3"/>
          <p:cNvSpPr>
            <a:spLocks noGrp="1"/>
          </p:cNvSpPr>
          <p:nvPr>
            <p:ph sz="half" idx="2"/>
          </p:nvPr>
        </p:nvSpPr>
        <p:spPr>
          <a:xfrm>
            <a:off x="216301" y="995222"/>
            <a:ext cx="5670551" cy="3792678"/>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2"/>
          <p:cNvSpPr>
            <a:spLocks noGrp="1"/>
          </p:cNvSpPr>
          <p:nvPr>
            <p:ph type="body" sz="quarter" idx="15" hasCustomPrompt="1"/>
          </p:nvPr>
        </p:nvSpPr>
        <p:spPr>
          <a:xfrm>
            <a:off x="179905" y="724466"/>
            <a:ext cx="5730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
        <p:nvSpPr>
          <p:cNvPr id="41" name="Text Placeholder 32"/>
          <p:cNvSpPr>
            <a:spLocks noGrp="1"/>
          </p:cNvSpPr>
          <p:nvPr>
            <p:ph type="body" sz="quarter" idx="16" hasCustomPrompt="1"/>
          </p:nvPr>
        </p:nvSpPr>
        <p:spPr>
          <a:xfrm>
            <a:off x="6247784" y="724466"/>
            <a:ext cx="5730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
        <p:nvSpPr>
          <p:cNvPr id="45" name="Text Placeholder 32"/>
          <p:cNvSpPr>
            <a:spLocks noGrp="1"/>
          </p:cNvSpPr>
          <p:nvPr>
            <p:ph type="body" sz="quarter" idx="19" hasCustomPrompt="1"/>
          </p:nvPr>
        </p:nvSpPr>
        <p:spPr>
          <a:xfrm>
            <a:off x="179905" y="4842483"/>
            <a:ext cx="5730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
        <p:nvSpPr>
          <p:cNvPr id="46" name="Text Placeholder 32"/>
          <p:cNvSpPr>
            <a:spLocks noGrp="1"/>
          </p:cNvSpPr>
          <p:nvPr>
            <p:ph type="body" sz="quarter" idx="20" hasCustomPrompt="1"/>
          </p:nvPr>
        </p:nvSpPr>
        <p:spPr>
          <a:xfrm>
            <a:off x="6242304" y="3648683"/>
            <a:ext cx="5730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Tree>
    <p:extLst>
      <p:ext uri="{BB962C8B-B14F-4D97-AF65-F5344CB8AC3E}">
        <p14:creationId xmlns:p14="http://schemas.microsoft.com/office/powerpoint/2010/main" val="2641098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9587206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Part Chart horizontal">
    <p:spTree>
      <p:nvGrpSpPr>
        <p:cNvPr id="1" name=""/>
        <p:cNvGrpSpPr/>
        <p:nvPr/>
      </p:nvGrpSpPr>
      <p:grpSpPr>
        <a:xfrm>
          <a:off x="0" y="0"/>
          <a:ext cx="0" cy="0"/>
          <a:chOff x="0" y="0"/>
          <a:chExt cx="0" cy="0"/>
        </a:xfrm>
      </p:grpSpPr>
      <p:sp>
        <p:nvSpPr>
          <p:cNvPr id="12" name="Content Placeholder 3"/>
          <p:cNvSpPr>
            <a:spLocks noGrp="1"/>
          </p:cNvSpPr>
          <p:nvPr>
            <p:ph sz="half" idx="20"/>
          </p:nvPr>
        </p:nvSpPr>
        <p:spPr>
          <a:xfrm>
            <a:off x="216300" y="3922776"/>
            <a:ext cx="11765280" cy="2514600"/>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itle 30"/>
          <p:cNvSpPr>
            <a:spLocks noGrp="1"/>
          </p:cNvSpPr>
          <p:nvPr>
            <p:ph type="title"/>
          </p:nvPr>
        </p:nvSpPr>
        <p:spPr/>
        <p:txBody>
          <a:bodyPr/>
          <a:lstStyle/>
          <a:p>
            <a:r>
              <a:rPr lang="en-US"/>
              <a:t>Click to edit Master title style</a:t>
            </a:r>
          </a:p>
        </p:txBody>
      </p:sp>
      <p:sp>
        <p:nvSpPr>
          <p:cNvPr id="38" name="Content Placeholder 3"/>
          <p:cNvSpPr>
            <a:spLocks noGrp="1"/>
          </p:cNvSpPr>
          <p:nvPr>
            <p:ph sz="half" idx="2"/>
          </p:nvPr>
        </p:nvSpPr>
        <p:spPr>
          <a:xfrm>
            <a:off x="216300" y="995223"/>
            <a:ext cx="11765280" cy="2514600"/>
          </a:xfrm>
          <a:prstGeom prst="rect">
            <a:avLst/>
          </a:prstGeom>
          <a:gradFill flip="none" rotWithShape="1">
            <a:gsLst>
              <a:gs pos="0">
                <a:schemeClr val="bg1">
                  <a:lumMod val="85000"/>
                </a:schemeClr>
              </a:gs>
              <a:gs pos="100000">
                <a:schemeClr val="bg1"/>
              </a:gs>
            </a:gsLst>
            <a:lin ang="5400000" scaled="1"/>
            <a:tileRect/>
          </a:gradFill>
        </p:spPr>
        <p:txBody>
          <a:bodyPr/>
          <a:lstStyle>
            <a:lvl1pPr marL="109538" indent="-109538">
              <a:spcBef>
                <a:spcPts val="300"/>
              </a:spcBef>
              <a:defRPr sz="1200" b="0" i="0">
                <a:solidFill>
                  <a:schemeClr val="bg2"/>
                </a:solidFill>
                <a:effectLst/>
                <a:latin typeface="Calibri" panose="020F0502020204030204" pitchFamily="34" charset="0"/>
                <a:cs typeface="Calibri" panose="020F0502020204030204" pitchFamily="34" charset="0"/>
              </a:defRPr>
            </a:lvl1pPr>
            <a:lvl2pPr marL="231775" indent="-122238">
              <a:spcBef>
                <a:spcPts val="300"/>
              </a:spcBef>
              <a:defRPr sz="1200" b="0" i="0">
                <a:solidFill>
                  <a:schemeClr val="bg2"/>
                </a:solidFill>
                <a:effectLst/>
                <a:latin typeface="Calibri" panose="020F0502020204030204" pitchFamily="34" charset="0"/>
                <a:cs typeface="Calibri" panose="020F0502020204030204" pitchFamily="34" charset="0"/>
              </a:defRPr>
            </a:lvl2pPr>
            <a:lvl3pPr marL="341313" indent="-109538">
              <a:spcBef>
                <a:spcPts val="300"/>
              </a:spcBef>
              <a:defRPr sz="1200" b="0" i="0">
                <a:solidFill>
                  <a:schemeClr val="bg2"/>
                </a:solidFill>
                <a:effectLst/>
                <a:latin typeface="Calibri" panose="020F0502020204030204" pitchFamily="34" charset="0"/>
                <a:cs typeface="Calibri" panose="020F0502020204030204" pitchFamily="34" charset="0"/>
              </a:defRPr>
            </a:lvl3pPr>
            <a:lvl4pPr marL="463550" indent="-109728">
              <a:spcBef>
                <a:spcPts val="300"/>
              </a:spcBef>
              <a:defRPr sz="1200" b="0" i="0">
                <a:solidFill>
                  <a:schemeClr val="bg2"/>
                </a:solidFill>
                <a:effectLst/>
                <a:latin typeface="Calibri" panose="020F0502020204030204" pitchFamily="34" charset="0"/>
                <a:cs typeface="Calibri" panose="020F0502020204030204" pitchFamily="34" charset="0"/>
              </a:defRPr>
            </a:lvl4pPr>
            <a:lvl5pPr marL="573088" indent="-109538">
              <a:spcBef>
                <a:spcPts val="300"/>
              </a:spcBef>
              <a:defRPr sz="1200" b="0" i="0">
                <a:solidFill>
                  <a:schemeClr val="bg2"/>
                </a:solidFill>
                <a:effectLst/>
                <a:latin typeface="Calibri" panose="020F0502020204030204" pitchFamily="34" charset="0"/>
                <a:cs typeface="Calibri" panose="020F050202020403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2"/>
          <p:cNvSpPr>
            <a:spLocks noGrp="1"/>
          </p:cNvSpPr>
          <p:nvPr>
            <p:ph type="body" sz="quarter" idx="15" hasCustomPrompt="1"/>
          </p:nvPr>
        </p:nvSpPr>
        <p:spPr>
          <a:xfrm>
            <a:off x="179905" y="724466"/>
            <a:ext cx="11826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
        <p:nvSpPr>
          <p:cNvPr id="45" name="Text Placeholder 32"/>
          <p:cNvSpPr>
            <a:spLocks noGrp="1"/>
          </p:cNvSpPr>
          <p:nvPr>
            <p:ph type="body" sz="quarter" idx="19" hasCustomPrompt="1"/>
          </p:nvPr>
        </p:nvSpPr>
        <p:spPr>
          <a:xfrm>
            <a:off x="179905" y="3648683"/>
            <a:ext cx="11826240" cy="274320"/>
          </a:xfrm>
          <a:solidFill>
            <a:schemeClr val="accent2">
              <a:lumMod val="75000"/>
            </a:schemeClr>
          </a:solidFill>
        </p:spPr>
        <p:style>
          <a:lnRef idx="0">
            <a:schemeClr val="accent2"/>
          </a:lnRef>
          <a:fillRef idx="3">
            <a:schemeClr val="accent2"/>
          </a:fillRef>
          <a:effectRef idx="3">
            <a:schemeClr val="accent2"/>
          </a:effectRef>
          <a:fontRef idx="none"/>
        </p:style>
        <p:txBody>
          <a:bodyPr vert="horz" lIns="91440" tIns="45720" rIns="91440" bIns="45720" rtlCol="0" anchor="ctr" anchorCtr="0">
            <a:noAutofit/>
          </a:bodyPr>
          <a:lstStyle>
            <a:lvl1pPr marL="342900" indent="-342900" algn="ctr">
              <a:buNone/>
              <a:defRPr lang="en-US" sz="1400" b="1" kern="1200" dirty="0">
                <a:solidFill>
                  <a:schemeClr val="bg1"/>
                </a:solidFill>
                <a:latin typeface="Calibri" panose="020F0502020204030204" pitchFamily="34" charset="0"/>
                <a:cs typeface="Calibri" panose="020F0502020204030204" pitchFamily="34" charset="0"/>
              </a:defRPr>
            </a:lvl1pPr>
          </a:lstStyle>
          <a:p>
            <a:pPr marL="0" marR="0" lvl="0" indent="0" algn="ctr" defTabSz="914400" eaLnBrk="0" latinLnBrk="0" hangingPunct="0">
              <a:lnSpc>
                <a:spcPct val="100000"/>
              </a:lnSpc>
              <a:buClrTx/>
              <a:tabLst/>
            </a:pPr>
            <a:r>
              <a:rPr lang="en-US"/>
              <a:t>Click to add title</a:t>
            </a:r>
          </a:p>
        </p:txBody>
      </p:sp>
    </p:spTree>
    <p:extLst>
      <p:ext uri="{BB962C8B-B14F-4D97-AF65-F5344CB8AC3E}">
        <p14:creationId xmlns:p14="http://schemas.microsoft.com/office/powerpoint/2010/main" val="21015325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Star">
    <p:bg>
      <p:bgPr>
        <a:solidFill>
          <a:srgbClr val="002F6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81767" y="2821721"/>
            <a:ext cx="7628467" cy="1382659"/>
          </a:xfrm>
          <a:prstGeom prst="rect">
            <a:avLst/>
          </a:prstGeom>
        </p:spPr>
      </p:pic>
    </p:spTree>
    <p:extLst>
      <p:ext uri="{BB962C8B-B14F-4D97-AF65-F5344CB8AC3E}">
        <p14:creationId xmlns:p14="http://schemas.microsoft.com/office/powerpoint/2010/main" val="37165257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5F074-EBF6-4800-9301-43E7E247CA7F}"/>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2C10E81D-0515-4ACA-9F87-29D2C12A6509}"/>
              </a:ext>
            </a:extLst>
          </p:cNvPr>
          <p:cNvSpPr>
            <a:spLocks noGrp="1"/>
          </p:cNvSpPr>
          <p:nvPr>
            <p:ph type="sldNum" sz="quarter" idx="12"/>
          </p:nvPr>
        </p:nvSpPr>
        <p:spPr/>
        <p:txBody>
          <a:bodyPr/>
          <a:lstStyle/>
          <a:p>
            <a:endParaRPr lang="en-US"/>
          </a:p>
        </p:txBody>
      </p:sp>
    </p:spTree>
    <p:extLst>
      <p:ext uri="{BB962C8B-B14F-4D97-AF65-F5344CB8AC3E}">
        <p14:creationId xmlns:p14="http://schemas.microsoft.com/office/powerpoint/2010/main" val="7805428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83AE-2B7E-298E-4FC7-FFA97E5EE8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F813E4-3F1F-1979-AD4B-024ED1A3A0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ECEDF1-18F0-049C-2743-F0BF99957E19}"/>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63122857-3FB7-E918-D3AB-A8A004504D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68AD8-AFD6-47FB-637B-8C21B062B418}"/>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2837072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B448-F844-3D9E-3F2D-699611B8B8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1344F-3A95-53EE-0E68-E14F8E3A5F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83B8E-BADE-89CE-67AC-0550B475A0CE}"/>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61BFE09C-D874-848C-F1EF-22DEFCD497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4CFD13-5130-5766-F331-D0A8343398B6}"/>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8997341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C093-7067-CCAC-3B23-77E0DAAFDD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9475D1-5147-63D8-75F7-25D244E5A5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78145A-B822-F096-1EF7-0E3325454238}"/>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3CBA3303-6C7A-AD12-D4ED-EB42D75106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F50D55-F699-9B0E-F9C3-CE0155443944}"/>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003933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34FE7-16F7-D3E3-EAAA-B7B3DADE0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BF8490-6599-23EC-08E9-C8F1D5CACF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CBE27D-1E63-B925-8D39-AC0E645CDC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8CCB2D-049C-1F8D-8F06-0E74074CAF32}"/>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6" name="Footer Placeholder 5">
            <a:extLst>
              <a:ext uri="{FF2B5EF4-FFF2-40B4-BE49-F238E27FC236}">
                <a16:creationId xmlns:a16="http://schemas.microsoft.com/office/drawing/2014/main" id="{8B1EF8D4-D2D3-CD6B-BB22-1FA2E55B4F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3F127-B838-AB61-31D7-E938F2042084}"/>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403234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AE7E-8351-EBBF-6129-D9BF2FDE79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079D05-688B-8DE6-2179-29D569B3A4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FEAE41-D919-4FAE-FFCE-5DDBFDD645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CD2B33-8014-27C2-BE60-805A51781E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D3F905-01B5-5F28-75AA-904733CCE8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32CD37-321B-B80C-0BA2-14034912B129}"/>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8" name="Footer Placeholder 7">
            <a:extLst>
              <a:ext uri="{FF2B5EF4-FFF2-40B4-BE49-F238E27FC236}">
                <a16:creationId xmlns:a16="http://schemas.microsoft.com/office/drawing/2014/main" id="{E39A34B2-38DC-4DE1-7E2E-AEC9C7E151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D011A1-01FF-54AA-484D-8A1BAE047937}"/>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813767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1938-D8BA-6F8A-4D0E-A07D324EE9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762B62-FBDA-CC2F-A4D2-EACC0361D633}"/>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4" name="Footer Placeholder 3">
            <a:extLst>
              <a:ext uri="{FF2B5EF4-FFF2-40B4-BE49-F238E27FC236}">
                <a16:creationId xmlns:a16="http://schemas.microsoft.com/office/drawing/2014/main" id="{38C6AFD4-EE84-5000-5F16-5AEF13AE8C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4C28A1-9ADC-5E43-505A-BFFC20782E79}"/>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4155902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94F74B-496E-EC77-F2B3-BEA2251FF95E}"/>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3" name="Footer Placeholder 2">
            <a:extLst>
              <a:ext uri="{FF2B5EF4-FFF2-40B4-BE49-F238E27FC236}">
                <a16:creationId xmlns:a16="http://schemas.microsoft.com/office/drawing/2014/main" id="{907DB823-19F0-24E1-8EE8-B617096A0A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394E44-E4D1-9017-6E29-F08984DE4807}"/>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3989769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065CD-7367-398C-81DF-8015178E5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8B7CB-5000-4546-7EB7-D9F9A3FF08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4BBE71-BD7E-34DE-CDDC-15129C2728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425AA-BE45-CA19-FC28-8A97895BE306}"/>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6" name="Footer Placeholder 5">
            <a:extLst>
              <a:ext uri="{FF2B5EF4-FFF2-40B4-BE49-F238E27FC236}">
                <a16:creationId xmlns:a16="http://schemas.microsoft.com/office/drawing/2014/main" id="{52ECDD74-D68D-9706-E150-7966F9E38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E13CE-F23A-ADED-6BA3-9047071C9BE8}"/>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25399659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A0867-A431-05C2-92C7-665DAFD29F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B4450C-6037-DF04-85BF-B8B0198C8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0F2AB7-0545-816A-C324-B1F8D7874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0DBC93-C58C-F8F0-322D-8518673A11A1}"/>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6" name="Footer Placeholder 5">
            <a:extLst>
              <a:ext uri="{FF2B5EF4-FFF2-40B4-BE49-F238E27FC236}">
                <a16:creationId xmlns:a16="http://schemas.microsoft.com/office/drawing/2014/main" id="{87C01C6B-4529-5B46-A699-E31C815021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903EBF-6C90-A161-F260-E0EFACD44E8F}"/>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6947315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38F66-FE23-59C3-77B5-BF26793BB3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AAB13A-B6F9-0629-090A-46C72D9F97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77E8B-86F9-AC7C-E664-3FADCD742CBF}"/>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B0E6F695-4927-2B86-7163-85D644F8B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33D140-14E9-624D-E227-E8431218BEF2}"/>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23314500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47066B-1BF1-C66F-2776-8FE7526F12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2D24F1-A75C-B405-AA08-D59D66739B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8948F-1F21-457E-041A-11F2C211FC75}"/>
              </a:ext>
            </a:extLst>
          </p:cNvPr>
          <p:cNvSpPr>
            <a:spLocks noGrp="1"/>
          </p:cNvSpPr>
          <p:nvPr>
            <p:ph type="dt" sz="half" idx="10"/>
          </p:nvPr>
        </p:nvSpPr>
        <p:spPr/>
        <p:txBody>
          <a:body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E160248F-D509-4A44-DFAF-0F6B3A5009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A7027-44EB-4C07-6DF5-BB66EEE0A07E}"/>
              </a:ext>
            </a:extLst>
          </p:cNvPr>
          <p:cNvSpPr>
            <a:spLocks noGrp="1"/>
          </p:cNvSpPr>
          <p:nvPr>
            <p:ph type="sldNum" sz="quarter" idx="12"/>
          </p:nvPr>
        </p:nvSpPr>
        <p:spPr/>
        <p:txBody>
          <a:bodyPr/>
          <a:lstStyle/>
          <a:p>
            <a:fld id="{F5D0BA74-3C1E-428B-B40B-DCC379BA647F}" type="slidenum">
              <a:rPr lang="en-US" smtClean="0"/>
              <a:t>‹#›</a:t>
            </a:fld>
            <a:endParaRPr lang="en-US"/>
          </a:p>
        </p:txBody>
      </p:sp>
    </p:spTree>
    <p:extLst>
      <p:ext uri="{BB962C8B-B14F-4D97-AF65-F5344CB8AC3E}">
        <p14:creationId xmlns:p14="http://schemas.microsoft.com/office/powerpoint/2010/main" val="31815402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7480363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ue Title Slide">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33F7BAC-152D-C166-040A-38B037DED7D8}"/>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302EBD48-AA04-F31C-CE37-AA09A6C7897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978359E-23FB-0B43-1994-7B1EE96D6309}"/>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891FA71E-0212-4DBE-A395-9FE7E0C98054}"/>
              </a:ext>
            </a:extLst>
          </p:cNvPr>
          <p:cNvSpPr/>
          <p:nvPr userDrawn="1"/>
        </p:nvSpPr>
        <p:spPr>
          <a:xfrm>
            <a:off x="-1" y="-94883"/>
            <a:ext cx="12192001" cy="4803982"/>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chemeClr val="bg1"/>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9799708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White Title Slid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0CED8CA-A72F-AF21-6058-B4237E952BC4}"/>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1A84C06C-A6FA-A596-03FA-7AE5AFA459C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559D86A-95E7-9D68-C20E-16547174097B}"/>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0C6617D5-B90F-45FD-B3DA-A0A816BE6062}"/>
              </a:ext>
            </a:extLst>
          </p:cNvPr>
          <p:cNvSpPr/>
          <p:nvPr userDrawn="1"/>
        </p:nvSpPr>
        <p:spPr>
          <a:xfrm>
            <a:off x="0" y="4661452"/>
            <a:ext cx="12191999" cy="88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6" name="Text Placeholder 22">
            <a:extLst>
              <a:ext uri="{FF2B5EF4-FFF2-40B4-BE49-F238E27FC236}">
                <a16:creationId xmlns:a16="http://schemas.microsoft.com/office/drawing/2014/main" id="{EC51FD09-7A7E-68BC-55B2-2AA99FDC3AB4}"/>
              </a:ext>
            </a:extLst>
          </p:cNvPr>
          <p:cNvSpPr>
            <a:spLocks noGrp="1"/>
          </p:cNvSpPr>
          <p:nvPr>
            <p:ph type="body" sz="quarter" idx="20" hasCustomPrompt="1"/>
          </p:nvPr>
        </p:nvSpPr>
        <p:spPr>
          <a:xfrm>
            <a:off x="640079" y="2743200"/>
            <a:ext cx="8937553" cy="881137"/>
          </a:xfrm>
          <a:prstGeom prst="rect">
            <a:avLst/>
          </a:prstGeom>
        </p:spPr>
        <p:txBody>
          <a:bodyPr/>
          <a:lstStyle>
            <a:lvl1pPr marL="0" indent="0" algn="l">
              <a:lnSpc>
                <a:spcPct val="100000"/>
              </a:lnSpc>
              <a:spcBef>
                <a:spcPts val="0"/>
              </a:spcBef>
              <a:buNone/>
              <a:defRPr lang="en-US" sz="40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Title Slide</a:t>
            </a:r>
          </a:p>
        </p:txBody>
      </p:sp>
      <p:pic>
        <p:nvPicPr>
          <p:cNvPr id="2" name="Picture 1">
            <a:extLst>
              <a:ext uri="{FF2B5EF4-FFF2-40B4-BE49-F238E27FC236}">
                <a16:creationId xmlns:a16="http://schemas.microsoft.com/office/drawing/2014/main" id="{D61AC76D-6CDF-4CA7-F62C-39F36B29F3C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5619478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 Title Slide Three Images">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ECD94B9-DFF9-807C-B9A1-77549D5D25B1}"/>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05840EFC-BB72-97B2-E7BE-58DC1EF3C828}"/>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5A6C6A6-4E1E-C018-A755-D4F7FD9AEB3C}"/>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28"/>
            <a:ext cx="4052888" cy="4661481"/>
          </a:xfrm>
          <a:prstGeom prst="rect">
            <a:avLst/>
          </a:prstGeom>
        </p:spPr>
        <p:txBody>
          <a:bodyPr anchor="ctr"/>
          <a:lstStyle>
            <a:lvl1pPr marL="0" indent="0" algn="ctr">
              <a:buNone/>
              <a:defRPr/>
            </a:lvl1pPr>
          </a:lstStyle>
          <a:p>
            <a:r>
              <a:rPr lang="en-US"/>
              <a:t>Click icon to add picture</a:t>
            </a:r>
          </a:p>
        </p:txBody>
      </p:sp>
      <p:sp>
        <p:nvSpPr>
          <p:cNvPr id="12" name="Picture Placeholder 3">
            <a:extLst>
              <a:ext uri="{FF2B5EF4-FFF2-40B4-BE49-F238E27FC236}">
                <a16:creationId xmlns:a16="http://schemas.microsoft.com/office/drawing/2014/main" id="{2E7EBE47-C42F-463E-A18D-5FA034BA22CD}"/>
              </a:ext>
            </a:extLst>
          </p:cNvPr>
          <p:cNvSpPr>
            <a:spLocks noGrp="1"/>
          </p:cNvSpPr>
          <p:nvPr>
            <p:ph type="pic" sz="quarter" idx="27"/>
          </p:nvPr>
        </p:nvSpPr>
        <p:spPr>
          <a:xfrm>
            <a:off x="4069556" y="-28"/>
            <a:ext cx="4052888" cy="4661481"/>
          </a:xfrm>
          <a:prstGeom prst="rect">
            <a:avLst/>
          </a:prstGeom>
        </p:spPr>
        <p:txBody>
          <a:bodyPr anchor="ctr"/>
          <a:lstStyle>
            <a:lvl1pPr marL="0" indent="0" algn="ctr">
              <a:buNone/>
              <a:defRPr/>
            </a:lvl1pPr>
          </a:lstStyle>
          <a:p>
            <a:r>
              <a:rPr lang="en-US"/>
              <a:t>Click icon to add picture</a:t>
            </a:r>
          </a:p>
        </p:txBody>
      </p:sp>
      <p:sp>
        <p:nvSpPr>
          <p:cNvPr id="13" name="Picture Placeholder 3">
            <a:extLst>
              <a:ext uri="{FF2B5EF4-FFF2-40B4-BE49-F238E27FC236}">
                <a16:creationId xmlns:a16="http://schemas.microsoft.com/office/drawing/2014/main" id="{8328F9AF-62EA-4F6E-BF8B-65716F02AC8D}"/>
              </a:ext>
            </a:extLst>
          </p:cNvPr>
          <p:cNvSpPr>
            <a:spLocks noGrp="1"/>
          </p:cNvSpPr>
          <p:nvPr>
            <p:ph type="pic" sz="quarter" idx="28"/>
          </p:nvPr>
        </p:nvSpPr>
        <p:spPr>
          <a:xfrm>
            <a:off x="8139112" y="-28"/>
            <a:ext cx="405288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3DA93E-93EF-F094-1611-02708914352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23513472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tl Title Slide One Imag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B6E6071-A85C-040F-9013-6AEEC1A87633}"/>
              </a:ext>
            </a:extLst>
          </p:cNvPr>
          <p:cNvGrpSpPr/>
          <p:nvPr userDrawn="1"/>
        </p:nvGrpSpPr>
        <p:grpSpPr>
          <a:xfrm>
            <a:off x="152400" y="6231784"/>
            <a:ext cx="12039600" cy="626216"/>
            <a:chOff x="152400" y="6231784"/>
            <a:chExt cx="12039600" cy="626216"/>
          </a:xfrm>
        </p:grpSpPr>
        <p:sp>
          <p:nvSpPr>
            <p:cNvPr id="4" name="Rectangle 3">
              <a:extLst>
                <a:ext uri="{FF2B5EF4-FFF2-40B4-BE49-F238E27FC236}">
                  <a16:creationId xmlns:a16="http://schemas.microsoft.com/office/drawing/2014/main" id="{F9469CC1-D66A-0D10-A801-C48C66F8BF79}"/>
                </a:ext>
              </a:extLst>
            </p:cNvPr>
            <p:cNvSpPr/>
            <p:nvPr userDrawn="1"/>
          </p:nvSpPr>
          <p:spPr>
            <a:xfrm>
              <a:off x="152400" y="6553200"/>
              <a:ext cx="284480" cy="2641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F7C3730-9678-0626-8486-94705E3F7965}"/>
                </a:ext>
              </a:extLst>
            </p:cNvPr>
            <p:cNvSpPr/>
            <p:nvPr userDrawn="1"/>
          </p:nvSpPr>
          <p:spPr>
            <a:xfrm>
              <a:off x="9001760" y="6231784"/>
              <a:ext cx="3190240" cy="626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3">
            <a:extLst>
              <a:ext uri="{FF2B5EF4-FFF2-40B4-BE49-F238E27FC236}">
                <a16:creationId xmlns:a16="http://schemas.microsoft.com/office/drawing/2014/main" id="{DDB7EFD5-F946-484D-A6C2-5B2D6182EA91}"/>
              </a:ext>
            </a:extLst>
          </p:cNvPr>
          <p:cNvSpPr>
            <a:spLocks noGrp="1"/>
          </p:cNvSpPr>
          <p:nvPr>
            <p:ph type="pic" sz="quarter" idx="26"/>
          </p:nvPr>
        </p:nvSpPr>
        <p:spPr>
          <a:xfrm>
            <a:off x="0" y="-10188"/>
            <a:ext cx="12191998" cy="4661481"/>
          </a:xfrm>
          <a:prstGeom prst="rect">
            <a:avLst/>
          </a:prstGeom>
        </p:spPr>
        <p:txBody>
          <a:bodyPr anchor="ctr"/>
          <a:lstStyle>
            <a:lvl1pPr marL="0" indent="0" algn="ctr">
              <a:buNone/>
              <a:defRPr/>
            </a:lvl1pPr>
          </a:lstStyle>
          <a:p>
            <a:r>
              <a:rPr lang="en-US"/>
              <a:t>Click icon to add picture</a:t>
            </a:r>
          </a:p>
        </p:txBody>
      </p:sp>
      <p:sp>
        <p:nvSpPr>
          <p:cNvPr id="24" name="Text Placeholder 22">
            <a:extLst>
              <a:ext uri="{FF2B5EF4-FFF2-40B4-BE49-F238E27FC236}">
                <a16:creationId xmlns:a16="http://schemas.microsoft.com/office/drawing/2014/main" id="{399F38E9-0B99-4D1D-B88F-6FAB4BE28607}"/>
              </a:ext>
            </a:extLst>
          </p:cNvPr>
          <p:cNvSpPr>
            <a:spLocks noGrp="1"/>
          </p:cNvSpPr>
          <p:nvPr>
            <p:ph type="body" sz="quarter" idx="15" hasCustomPrompt="1"/>
          </p:nvPr>
        </p:nvSpPr>
        <p:spPr>
          <a:xfrm>
            <a:off x="639968" y="4990191"/>
            <a:ext cx="5803900" cy="439737"/>
          </a:xfrm>
          <a:prstGeom prst="rect">
            <a:avLst/>
          </a:prstGeom>
        </p:spPr>
        <p:txBody>
          <a:bodyPr/>
          <a:lstStyle>
            <a:lvl1pPr marL="0" indent="0" algn="l">
              <a:lnSpc>
                <a:spcPct val="100000"/>
              </a:lnSpc>
              <a:spcBef>
                <a:spcPts val="0"/>
              </a:spcBef>
              <a:buNone/>
              <a:defRPr lang="en-US" sz="2800" b="1" kern="1200" dirty="0" smtClean="0">
                <a:solidFill>
                  <a:srgbClr val="003478"/>
                </a:solidFill>
                <a:latin typeface="+mn-lt"/>
                <a:ea typeface="+mj-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a:t>
            </a:r>
          </a:p>
        </p:txBody>
      </p:sp>
      <p:sp>
        <p:nvSpPr>
          <p:cNvPr id="25" name="Text Placeholder 22">
            <a:extLst>
              <a:ext uri="{FF2B5EF4-FFF2-40B4-BE49-F238E27FC236}">
                <a16:creationId xmlns:a16="http://schemas.microsoft.com/office/drawing/2014/main" id="{B18D4118-BF90-462F-9D5A-CEE417B46C36}"/>
              </a:ext>
            </a:extLst>
          </p:cNvPr>
          <p:cNvSpPr>
            <a:spLocks noGrp="1"/>
          </p:cNvSpPr>
          <p:nvPr>
            <p:ph type="body" sz="quarter" idx="16" hasCustomPrompt="1"/>
          </p:nvPr>
        </p:nvSpPr>
        <p:spPr>
          <a:xfrm>
            <a:off x="639968" y="5493495"/>
            <a:ext cx="5803900" cy="439737"/>
          </a:xfrm>
          <a:prstGeom prst="rect">
            <a:avLst/>
          </a:prstGeom>
        </p:spPr>
        <p:txBody>
          <a:bodyPr/>
          <a:lstStyle>
            <a:lvl1pPr marL="0" indent="0" algn="l">
              <a:lnSpc>
                <a:spcPct val="100000"/>
              </a:lnSpc>
              <a:spcBef>
                <a:spcPts val="0"/>
              </a:spcBef>
              <a:buNone/>
              <a:defRPr lang="en-US" sz="1800" b="0"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Presentation Subtitle (Optional)</a:t>
            </a:r>
          </a:p>
        </p:txBody>
      </p:sp>
      <p:sp>
        <p:nvSpPr>
          <p:cNvPr id="28" name="Text Placeholder 22">
            <a:extLst>
              <a:ext uri="{FF2B5EF4-FFF2-40B4-BE49-F238E27FC236}">
                <a16:creationId xmlns:a16="http://schemas.microsoft.com/office/drawing/2014/main" id="{F0D77D0A-1632-4CDC-A4D3-915F3444BD6D}"/>
              </a:ext>
            </a:extLst>
          </p:cNvPr>
          <p:cNvSpPr>
            <a:spLocks noGrp="1"/>
          </p:cNvSpPr>
          <p:nvPr>
            <p:ph type="body" sz="quarter" idx="19" hasCustomPrompt="1"/>
          </p:nvPr>
        </p:nvSpPr>
        <p:spPr>
          <a:xfrm>
            <a:off x="639968" y="6068095"/>
            <a:ext cx="3104322" cy="286739"/>
          </a:xfrm>
          <a:prstGeom prst="rect">
            <a:avLst/>
          </a:prstGeom>
        </p:spPr>
        <p:txBody>
          <a:bodyPr/>
          <a:lstStyle>
            <a:lvl1pPr marL="0" indent="0" algn="l">
              <a:lnSpc>
                <a:spcPct val="100000"/>
              </a:lnSpc>
              <a:spcBef>
                <a:spcPts val="0"/>
              </a:spcBef>
              <a:buNone/>
              <a:defRPr lang="en-US" sz="1200" b="1" kern="1200" cap="none" baseline="0" dirty="0" smtClean="0">
                <a:solidFill>
                  <a:schemeClr val="tx1"/>
                </a:solidFill>
                <a:latin typeface="+mn-lt"/>
                <a:ea typeface="+mn-ea"/>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 Full Title</a:t>
            </a:r>
          </a:p>
        </p:txBody>
      </p:sp>
      <p:sp>
        <p:nvSpPr>
          <p:cNvPr id="17" name="Rectangle 16">
            <a:extLst>
              <a:ext uri="{FF2B5EF4-FFF2-40B4-BE49-F238E27FC236}">
                <a16:creationId xmlns:a16="http://schemas.microsoft.com/office/drawing/2014/main" id="{891FA71E-0212-4DBE-A395-9FE7E0C98054}"/>
              </a:ext>
            </a:extLst>
          </p:cNvPr>
          <p:cNvSpPr/>
          <p:nvPr userDrawn="1"/>
        </p:nvSpPr>
        <p:spPr>
          <a:xfrm>
            <a:off x="-1" y="4654799"/>
            <a:ext cx="12196259"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99DD66F-5F4F-A64F-AA49-73E46708F31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8887968" y="5349240"/>
            <a:ext cx="2761488" cy="417073"/>
          </a:xfrm>
          <a:prstGeom prst="rect">
            <a:avLst/>
          </a:prstGeom>
        </p:spPr>
      </p:pic>
    </p:spTree>
    <p:extLst>
      <p:ext uri="{BB962C8B-B14F-4D97-AF65-F5344CB8AC3E}">
        <p14:creationId xmlns:p14="http://schemas.microsoft.com/office/powerpoint/2010/main" val="31333507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
          <p15:clr>
            <a:srgbClr val="FBAE40"/>
          </p15:clr>
        </p15:guide>
        <p15:guide id="2" pos="3840">
          <p15:clr>
            <a:srgbClr val="FBAE40"/>
          </p15:clr>
        </p15:guide>
        <p15:guide id="3" pos="2568">
          <p15:clr>
            <a:srgbClr val="FBAE40"/>
          </p15:clr>
        </p15:guide>
        <p15:guide id="4" pos="5112">
          <p15:clr>
            <a:srgbClr val="FBAE40"/>
          </p15:clr>
        </p15:guide>
        <p15:guide id="5" orient="horz" pos="2160">
          <p15:clr>
            <a:srgbClr val="FBAE40"/>
          </p15:clr>
        </p15:guide>
        <p15:guide id="6" orient="horz" pos="345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call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570CFE-0D40-4114-88B7-2BA43DB1FF3B}"/>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 Placeholder 3">
            <a:extLst>
              <a:ext uri="{FF2B5EF4-FFF2-40B4-BE49-F238E27FC236}">
                <a16:creationId xmlns:a16="http://schemas.microsoft.com/office/drawing/2014/main" id="{F41C60BF-CFA2-410A-B843-9CEAFCB519FD}"/>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600"/>
              </a:spcAft>
              <a:buNone/>
              <a:defRPr sz="1800"/>
            </a:lvl1pPr>
            <a:lvl2pPr marL="457200" indent="0">
              <a:lnSpc>
                <a:spcPct val="100000"/>
              </a:lnSpc>
              <a:spcBef>
                <a:spcPts val="600"/>
              </a:spcBef>
              <a:spcAft>
                <a:spcPts val="600"/>
              </a:spcAft>
              <a:buFont typeface="Symbol" panose="05050102010706020507" pitchFamily="18" charset="2"/>
              <a:buNone/>
              <a:defRPr sz="1800"/>
            </a:lvl2pPr>
            <a:lvl3pPr marL="914400" indent="0">
              <a:lnSpc>
                <a:spcPct val="100000"/>
              </a:lnSpc>
              <a:spcBef>
                <a:spcPts val="600"/>
              </a:spcBef>
              <a:spcAft>
                <a:spcPts val="600"/>
              </a:spcAft>
              <a:buNone/>
              <a:defRPr sz="1600"/>
            </a:lvl3pPr>
            <a:lvl4pPr marL="1371600" indent="0">
              <a:lnSpc>
                <a:spcPct val="100000"/>
              </a:lnSpc>
              <a:spcBef>
                <a:spcPts val="600"/>
              </a:spcBef>
              <a:spcAft>
                <a:spcPts val="600"/>
              </a:spcAft>
              <a:buFont typeface="Symbol" panose="05050102010706020507" pitchFamily="18" charset="2"/>
              <a:buNone/>
              <a:defRPr sz="1400"/>
            </a:lvl4pPr>
            <a:lvl5pPr marL="1828800" indent="0">
              <a:lnSpc>
                <a:spcPct val="100000"/>
              </a:lnSpc>
              <a:spcBef>
                <a:spcPts val="600"/>
              </a:spcBef>
              <a:spcAft>
                <a:spcPts val="600"/>
              </a:spcAft>
              <a:buNone/>
              <a:defRPr sz="1400"/>
            </a:lvl5pPr>
            <a:lvl6pPr marL="2286000" indent="0">
              <a:lnSpc>
                <a:spcPct val="100000"/>
              </a:lnSpc>
              <a:spcBef>
                <a:spcPts val="600"/>
              </a:spcBef>
              <a:spcAft>
                <a:spcPts val="600"/>
              </a:spcAft>
              <a:buFont typeface="Symbol" panose="05050102010706020507" pitchFamily="18" charset="2"/>
              <a:buNone/>
              <a:defRPr sz="1400"/>
            </a:lvl6pPr>
          </a:lstStyle>
          <a:p>
            <a:pPr lvl="0"/>
            <a:r>
              <a:rPr lang="en-US"/>
              <a:t>Click to edit text</a:t>
            </a:r>
          </a:p>
          <a:p>
            <a:pPr lvl="0"/>
            <a:endParaRPr lang="en-US"/>
          </a:p>
        </p:txBody>
      </p:sp>
      <p:sp>
        <p:nvSpPr>
          <p:cNvPr id="8" name="Title 1">
            <a:extLst>
              <a:ext uri="{FF2B5EF4-FFF2-40B4-BE49-F238E27FC236}">
                <a16:creationId xmlns:a16="http://schemas.microsoft.com/office/drawing/2014/main" id="{EAF92B20-A5A6-4909-A73A-C6C85E980ED7}"/>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18">
            <a:extLst>
              <a:ext uri="{FF2B5EF4-FFF2-40B4-BE49-F238E27FC236}">
                <a16:creationId xmlns:a16="http://schemas.microsoft.com/office/drawing/2014/main" id="{2262C48F-4708-42DE-8E80-44A3B0CD34B0}"/>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Text Placeholder 12">
            <a:extLst>
              <a:ext uri="{FF2B5EF4-FFF2-40B4-BE49-F238E27FC236}">
                <a16:creationId xmlns:a16="http://schemas.microsoft.com/office/drawing/2014/main" id="{10A8ED32-609D-7C19-DC91-94205136831A}"/>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4" name="Group 13">
            <a:extLst>
              <a:ext uri="{FF2B5EF4-FFF2-40B4-BE49-F238E27FC236}">
                <a16:creationId xmlns:a16="http://schemas.microsoft.com/office/drawing/2014/main" id="{2DFCAB81-8154-13EA-C04E-021F9D8F2C98}"/>
              </a:ext>
            </a:extLst>
          </p:cNvPr>
          <p:cNvGrpSpPr/>
          <p:nvPr userDrawn="1"/>
        </p:nvGrpSpPr>
        <p:grpSpPr>
          <a:xfrm>
            <a:off x="9133049" y="6372686"/>
            <a:ext cx="3058950" cy="485314"/>
            <a:chOff x="9133049" y="6372686"/>
            <a:chExt cx="3058950" cy="485314"/>
          </a:xfrm>
        </p:grpSpPr>
        <p:pic>
          <p:nvPicPr>
            <p:cNvPr id="4" name="Picture 3">
              <a:extLst>
                <a:ext uri="{FF2B5EF4-FFF2-40B4-BE49-F238E27FC236}">
                  <a16:creationId xmlns:a16="http://schemas.microsoft.com/office/drawing/2014/main" id="{397F3881-0CD4-BBC4-DE0D-7670831C26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1" name="Picture 10">
              <a:extLst>
                <a:ext uri="{FF2B5EF4-FFF2-40B4-BE49-F238E27FC236}">
                  <a16:creationId xmlns:a16="http://schemas.microsoft.com/office/drawing/2014/main" id="{B78C58E0-9EB4-F7CA-5A9C-5B895CC67F66}"/>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407460001"/>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a:lnSpc>
                <a:spcPct val="100000"/>
              </a:lnSpc>
              <a:spcBef>
                <a:spcPts val="600"/>
              </a:spcBef>
              <a:spcAft>
                <a:spcPts val="600"/>
              </a:spcAft>
              <a:defRPr sz="1800"/>
            </a:lvl1pPr>
            <a:lvl2pPr marL="685800" indent="-228600">
              <a:lnSpc>
                <a:spcPct val="100000"/>
              </a:lnSpc>
              <a:spcBef>
                <a:spcPts val="600"/>
              </a:spcBef>
              <a:spcAft>
                <a:spcPts val="600"/>
              </a:spcAft>
              <a:buFont typeface="Symbol" panose="05050102010706020507" pitchFamily="18" charset="2"/>
              <a:buChar char="-"/>
              <a:defRPr sz="1600"/>
            </a:lvl2pPr>
            <a:lvl3pPr>
              <a:lnSpc>
                <a:spcPct val="100000"/>
              </a:lnSpc>
              <a:spcBef>
                <a:spcPts val="600"/>
              </a:spcBef>
              <a:spcAft>
                <a:spcPts val="600"/>
              </a:spcAft>
              <a:defRPr sz="1400"/>
            </a:lvl3pPr>
            <a:lvl4pPr marL="1600200" indent="-228600">
              <a:lnSpc>
                <a:spcPct val="100000"/>
              </a:lnSpc>
              <a:spcBef>
                <a:spcPts val="600"/>
              </a:spcBef>
              <a:spcAft>
                <a:spcPts val="600"/>
              </a:spcAft>
              <a:buFont typeface="Symbol" panose="05050102010706020507" pitchFamily="18" charset="2"/>
              <a:buChar char="-"/>
              <a:defRPr sz="1200"/>
            </a:lvl4pPr>
            <a:lvl5pPr>
              <a:lnSpc>
                <a:spcPct val="100000"/>
              </a:lnSpc>
              <a:spcBef>
                <a:spcPts val="600"/>
              </a:spcBef>
              <a:spcAft>
                <a:spcPts val="600"/>
              </a:spcAft>
              <a:defRPr sz="1200"/>
            </a:lvl5pPr>
            <a:lvl6pPr marL="2514600" indent="-228600">
              <a:lnSpc>
                <a:spcPct val="100000"/>
              </a:lnSpc>
              <a:spcBef>
                <a:spcPts val="600"/>
              </a:spcBef>
              <a:spcAft>
                <a:spcPts val="600"/>
              </a:spcAft>
              <a:buFont typeface="Symbol" panose="05050102010706020507" pitchFamily="18" charset="2"/>
              <a:buChar char="-"/>
              <a:defRPr sz="12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582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815359" y="3970165"/>
            <a:ext cx="2999232"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12">
            <a:extLst>
              <a:ext uri="{FF2B5EF4-FFF2-40B4-BE49-F238E27FC236}">
                <a16:creationId xmlns:a16="http://schemas.microsoft.com/office/drawing/2014/main" id="{572F4A05-4C17-6B0C-4237-3C99BA564937}"/>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5" name="Group 4">
            <a:extLst>
              <a:ext uri="{FF2B5EF4-FFF2-40B4-BE49-F238E27FC236}">
                <a16:creationId xmlns:a16="http://schemas.microsoft.com/office/drawing/2014/main" id="{BE2B4B07-ED07-4D34-9055-9EC94E13AC2F}"/>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AD3165D5-CC4A-79AC-0A77-539119C2046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AE6AB36C-0DDE-1319-20BE-D93E1A42FB8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8029275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with Support Image or Char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B15F6E8-53C2-1636-4DE5-37E2A1B24046}"/>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7" name="Text Placeholder 12">
            <a:extLst>
              <a:ext uri="{FF2B5EF4-FFF2-40B4-BE49-F238E27FC236}">
                <a16:creationId xmlns:a16="http://schemas.microsoft.com/office/drawing/2014/main" id="{2CDF49C0-F365-3752-37B3-94BC855DB78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
        <p:nvSpPr>
          <p:cNvPr id="9" name="Text Placeholder 3">
            <a:extLst>
              <a:ext uri="{FF2B5EF4-FFF2-40B4-BE49-F238E27FC236}">
                <a16:creationId xmlns:a16="http://schemas.microsoft.com/office/drawing/2014/main" id="{9EC5017B-E62E-B053-75FD-10DCDD413972}"/>
              </a:ext>
            </a:extLst>
          </p:cNvPr>
          <p:cNvSpPr>
            <a:spLocks noGrp="1"/>
          </p:cNvSpPr>
          <p:nvPr>
            <p:ph type="body" sz="quarter" idx="26" hasCustomPrompt="1"/>
          </p:nvPr>
        </p:nvSpPr>
        <p:spPr>
          <a:xfrm>
            <a:off x="609600" y="1341438"/>
            <a:ext cx="5324061" cy="3970097"/>
          </a:xfrm>
          <a:prstGeom prst="rect">
            <a:avLst/>
          </a:prstGeom>
          <a:solidFill>
            <a:schemeClr val="bg1"/>
          </a:solidFill>
        </p:spPr>
        <p:txBody>
          <a:bodyPr/>
          <a:lstStyle>
            <a:lvl1pPr>
              <a:lnSpc>
                <a:spcPct val="100000"/>
              </a:lnSpc>
              <a:spcBef>
                <a:spcPts val="600"/>
              </a:spcBef>
              <a:defRPr sz="1600"/>
            </a:lvl1pPr>
            <a:lvl2pPr marL="685800" indent="-228600">
              <a:lnSpc>
                <a:spcPct val="100000"/>
              </a:lnSpc>
              <a:spcBef>
                <a:spcPts val="600"/>
              </a:spcBef>
              <a:buFont typeface="Symbol" panose="05050102010706020507" pitchFamily="18" charset="2"/>
              <a:buChar char="-"/>
              <a:defRPr sz="1400"/>
            </a:lvl2pPr>
            <a:lvl3pPr>
              <a:lnSpc>
                <a:spcPct val="100000"/>
              </a:lnSpc>
              <a:spcBef>
                <a:spcPts val="600"/>
              </a:spcBef>
              <a:defRPr sz="1200"/>
            </a:lvl3pPr>
            <a:lvl4pPr marL="1600200" indent="-228600">
              <a:lnSpc>
                <a:spcPct val="100000"/>
              </a:lnSpc>
              <a:spcBef>
                <a:spcPts val="600"/>
              </a:spcBef>
              <a:buFont typeface="Symbol" panose="05050102010706020507" pitchFamily="18" charset="2"/>
              <a:buChar char="-"/>
              <a:defRPr sz="1100"/>
            </a:lvl4pPr>
            <a:lvl5pPr>
              <a:lnSpc>
                <a:spcPct val="100000"/>
              </a:lnSpc>
              <a:spcBef>
                <a:spcPts val="600"/>
              </a:spcBef>
              <a:defRPr sz="1100"/>
            </a:lvl5pPr>
            <a:lvl6pPr marL="2514600" indent="-228600">
              <a:lnSpc>
                <a:spcPct val="100000"/>
              </a:lnSpc>
              <a:spcBef>
                <a:spcPts val="600"/>
              </a:spcBef>
              <a:buFont typeface="Symbol" panose="05050102010706020507" pitchFamily="18" charset="2"/>
              <a:buChar char="-"/>
              <a:defRPr sz="1100"/>
            </a:lvl6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3" name="Content Placeholder 3">
            <a:extLst>
              <a:ext uri="{FF2B5EF4-FFF2-40B4-BE49-F238E27FC236}">
                <a16:creationId xmlns:a16="http://schemas.microsoft.com/office/drawing/2014/main" id="{E3E2E5F4-CE7B-6998-ED92-C3DF5BA028BE}"/>
              </a:ext>
            </a:extLst>
          </p:cNvPr>
          <p:cNvSpPr>
            <a:spLocks noGrp="1"/>
          </p:cNvSpPr>
          <p:nvPr>
            <p:ph sz="quarter" idx="27" hasCustomPrompt="1"/>
          </p:nvPr>
        </p:nvSpPr>
        <p:spPr>
          <a:xfrm>
            <a:off x="6096000" y="1189033"/>
            <a:ext cx="5486399" cy="4366941"/>
          </a:xfrm>
          <a:prstGeom prst="rect">
            <a:avLst/>
          </a:prstGeom>
          <a:no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text styles</a:t>
            </a:r>
          </a:p>
        </p:txBody>
      </p:sp>
    </p:spTree>
    <p:extLst>
      <p:ext uri="{BB962C8B-B14F-4D97-AF65-F5344CB8AC3E}">
        <p14:creationId xmlns:p14="http://schemas.microsoft.com/office/powerpoint/2010/main" val="1164314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s with Text">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9469F77-D9CE-43A9-9C6F-5AAA6A3F0E6C}"/>
              </a:ext>
              <a:ext uri="{C183D7F6-B498-43B3-948B-1728B52AA6E4}">
                <adec:decorative xmlns:adec="http://schemas.microsoft.com/office/drawing/2017/decorative" val="1"/>
              </a:ext>
            </a:extLst>
          </p:cNvPr>
          <p:cNvSpPr/>
          <p:nvPr userDrawn="1"/>
        </p:nvSpPr>
        <p:spPr>
          <a:xfrm>
            <a:off x="8459252" y="0"/>
            <a:ext cx="3732748"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817055" y="2216427"/>
            <a:ext cx="2998301" cy="1590260"/>
          </a:xfrm>
          <a:prstGeom prst="rect">
            <a:avLst/>
          </a:prstGeom>
        </p:spPr>
        <p:txBody>
          <a:bodyPr/>
          <a:lstStyle>
            <a:lvl1pPr marL="0" indent="0" algn="l">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 name="Rectangle 1">
            <a:extLst>
              <a:ext uri="{FF2B5EF4-FFF2-40B4-BE49-F238E27FC236}">
                <a16:creationId xmlns:a16="http://schemas.microsoft.com/office/drawing/2014/main" id="{E23D48B3-C899-488E-8ADA-A4B90B205F83}"/>
              </a:ext>
            </a:extLst>
          </p:cNvPr>
          <p:cNvSpPr/>
          <p:nvPr userDrawn="1"/>
        </p:nvSpPr>
        <p:spPr>
          <a:xfrm>
            <a:off x="8797177" y="3970165"/>
            <a:ext cx="3050266" cy="94939"/>
          </a:xfrm>
          <a:prstGeom prst="rect">
            <a:avLst/>
          </a:prstGeom>
          <a:solidFill>
            <a:srgbClr val="0034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282149"/>
            <a:ext cx="3610734" cy="3329539"/>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282148"/>
            <a:ext cx="3610734" cy="3329539"/>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7CAF2C09-6C4F-DCFF-85A3-4CF6EC0DC190}"/>
              </a:ext>
            </a:extLst>
          </p:cNvPr>
          <p:cNvSpPr>
            <a:spLocks noGrp="1"/>
          </p:cNvSpPr>
          <p:nvPr>
            <p:ph type="body" sz="quarter" idx="28"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0872B136-9813-EAA9-D4CC-EDDD2496ED13}"/>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55EFA2D2-28D0-4A07-1BB5-A3ACB8AAF57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5E8B924-70A3-C6FA-25EB-D0B799934CA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2706359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ullets with Pictur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720C3-3808-4215-B0DC-3782872EA28F}"/>
              </a:ext>
            </a:extLst>
          </p:cNvPr>
          <p:cNvSpPr>
            <a:spLocks noGrp="1"/>
          </p:cNvSpPr>
          <p:nvPr>
            <p:ph type="body" sz="quarter" idx="26" hasCustomPrompt="1"/>
          </p:nvPr>
        </p:nvSpPr>
        <p:spPr>
          <a:xfrm>
            <a:off x="609600" y="1335024"/>
            <a:ext cx="7505700" cy="4205287"/>
          </a:xfrm>
          <a:prstGeom prst="rect">
            <a:avLst/>
          </a:prstGeom>
        </p:spPr>
        <p:txBody>
          <a:bodyPr/>
          <a:lstStyle>
            <a:lvl1pPr marL="0" indent="0">
              <a:lnSpc>
                <a:spcPct val="100000"/>
              </a:lnSpc>
              <a:spcBef>
                <a:spcPts val="600"/>
              </a:spcBef>
              <a:spcAft>
                <a:spcPts val="1200"/>
              </a:spcAft>
              <a:buNone/>
              <a:defRPr sz="1800"/>
            </a:lvl1pPr>
            <a:lvl2pPr marL="685800" indent="-228600">
              <a:lnSpc>
                <a:spcPct val="100000"/>
              </a:lnSpc>
              <a:spcBef>
                <a:spcPts val="600"/>
              </a:spcBef>
              <a:buFont typeface="Symbol" panose="05050102010706020507" pitchFamily="18" charset="2"/>
              <a:buChar char="-"/>
              <a:defRPr sz="1600"/>
            </a:lvl2pPr>
            <a:lvl3pPr>
              <a:lnSpc>
                <a:spcPct val="100000"/>
              </a:lnSpc>
              <a:spcBef>
                <a:spcPts val="600"/>
              </a:spcBef>
              <a:defRPr sz="1400"/>
            </a:lvl3pPr>
            <a:lvl4pPr marL="1600200" indent="-228600">
              <a:lnSpc>
                <a:spcPct val="100000"/>
              </a:lnSpc>
              <a:spcBef>
                <a:spcPts val="600"/>
              </a:spcBef>
              <a:buFont typeface="Symbol" panose="05050102010706020507" pitchFamily="18" charset="2"/>
              <a:buChar char="-"/>
              <a:defRPr sz="1200"/>
            </a:lvl4pPr>
            <a:lvl5pPr>
              <a:lnSpc>
                <a:spcPct val="100000"/>
              </a:lnSpc>
              <a:spcBef>
                <a:spcPts val="600"/>
              </a:spcBef>
              <a:defRPr sz="1200"/>
            </a:lvl5pPr>
            <a:lvl6pPr marL="2514600" indent="-228600">
              <a:lnSpc>
                <a:spcPct val="100000"/>
              </a:lnSpc>
              <a:spcBef>
                <a:spcPts val="600"/>
              </a:spcBef>
              <a:buFont typeface="Symbol" panose="05050102010706020507" pitchFamily="18" charset="2"/>
              <a:buChar char="-"/>
              <a:defRPr sz="1200"/>
            </a:lvl6pPr>
          </a:lstStyle>
          <a:p>
            <a:pPr lvl="0"/>
            <a:r>
              <a:rPr lang="en-US"/>
              <a:t>Click to edit text</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Picture Placeholder 3">
            <a:extLst>
              <a:ext uri="{FF2B5EF4-FFF2-40B4-BE49-F238E27FC236}">
                <a16:creationId xmlns:a16="http://schemas.microsoft.com/office/drawing/2014/main" id="{39A26BD1-014A-4113-86CB-7536D7778B1F}"/>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5" name="Text Placeholder 12">
            <a:extLst>
              <a:ext uri="{FF2B5EF4-FFF2-40B4-BE49-F238E27FC236}">
                <a16:creationId xmlns:a16="http://schemas.microsoft.com/office/drawing/2014/main" id="{D14C3FAA-13C8-D347-8F54-8B7489B22BD2}"/>
              </a:ext>
            </a:extLst>
          </p:cNvPr>
          <p:cNvSpPr>
            <a:spLocks noGrp="1"/>
          </p:cNvSpPr>
          <p:nvPr>
            <p:ph type="body" sz="quarter" idx="29" hasCustomPrompt="1"/>
          </p:nvPr>
        </p:nvSpPr>
        <p:spPr>
          <a:xfrm>
            <a:off x="609599" y="5719303"/>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E0776967-DA06-9B38-4E08-CC52416C6041}"/>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12949578-0E33-BC86-4767-E27400D0414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0B6759A7-06CF-87C2-3CF9-55999A6E251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35910268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harts with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6595D06-54FB-4096-9761-C161613AAED3}"/>
              </a:ext>
            </a:extLst>
          </p:cNvPr>
          <p:cNvSpPr>
            <a:spLocks noGrp="1"/>
          </p:cNvSpPr>
          <p:nvPr>
            <p:ph type="pic" sz="quarter" idx="28"/>
          </p:nvPr>
        </p:nvSpPr>
        <p:spPr>
          <a:xfrm>
            <a:off x="8459788" y="0"/>
            <a:ext cx="3732212" cy="6858000"/>
          </a:xfrm>
          <a:prstGeom prst="rect">
            <a:avLst/>
          </a:prstGeom>
        </p:spPr>
        <p:txBody>
          <a:bodyPr/>
          <a:lstStyle>
            <a:lvl1pPr marL="0" indent="0" algn="ctr">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09600" y="504671"/>
            <a:ext cx="6629400"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9"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03961" y="4798258"/>
            <a:ext cx="3610734" cy="588751"/>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Chart Placeholder 4">
            <a:extLst>
              <a:ext uri="{FF2B5EF4-FFF2-40B4-BE49-F238E27FC236}">
                <a16:creationId xmlns:a16="http://schemas.microsoft.com/office/drawing/2014/main" id="{42C592AB-64AC-4BED-9399-369D4231D92E}"/>
              </a:ext>
            </a:extLst>
          </p:cNvPr>
          <p:cNvSpPr>
            <a:spLocks noGrp="1"/>
          </p:cNvSpPr>
          <p:nvPr>
            <p:ph type="chart" sz="quarter" idx="26"/>
          </p:nvPr>
        </p:nvSpPr>
        <p:spPr>
          <a:xfrm>
            <a:off x="609599" y="1470993"/>
            <a:ext cx="3610734" cy="3140696"/>
          </a:xfrm>
          <a:prstGeom prst="rect">
            <a:avLst/>
          </a:prstGeom>
        </p:spPr>
        <p:txBody>
          <a:bodyPr/>
          <a:lstStyle>
            <a:lvl1pPr marL="0" indent="0">
              <a:buNone/>
              <a:defRPr/>
            </a:lvl1pPr>
          </a:lstStyle>
          <a:p>
            <a:r>
              <a:rPr lang="en-US"/>
              <a:t>Click icon to add chart</a:t>
            </a:r>
          </a:p>
        </p:txBody>
      </p:sp>
      <p:sp>
        <p:nvSpPr>
          <p:cNvPr id="16" name="Chart Placeholder 4">
            <a:extLst>
              <a:ext uri="{FF2B5EF4-FFF2-40B4-BE49-F238E27FC236}">
                <a16:creationId xmlns:a16="http://schemas.microsoft.com/office/drawing/2014/main" id="{14525D09-DF4B-465A-B4C9-783517805A75}"/>
              </a:ext>
            </a:extLst>
          </p:cNvPr>
          <p:cNvSpPr>
            <a:spLocks noGrp="1"/>
          </p:cNvSpPr>
          <p:nvPr>
            <p:ph type="chart" sz="quarter" idx="27"/>
          </p:nvPr>
        </p:nvSpPr>
        <p:spPr>
          <a:xfrm>
            <a:off x="4503961" y="1470992"/>
            <a:ext cx="3610734" cy="3140696"/>
          </a:xfrm>
          <a:prstGeom prst="rect">
            <a:avLst/>
          </a:prstGeom>
        </p:spPr>
        <p:txBody>
          <a:bodyPr/>
          <a:lstStyle>
            <a:lvl1pPr marL="0" indent="0">
              <a:buNone/>
              <a:defRPr/>
            </a:lvl1pPr>
          </a:lstStyle>
          <a:p>
            <a:r>
              <a:rPr lang="en-US"/>
              <a:t>Click icon to add chart</a:t>
            </a:r>
          </a:p>
        </p:txBody>
      </p:sp>
      <p:sp>
        <p:nvSpPr>
          <p:cNvPr id="6" name="Text Placeholder 12">
            <a:extLst>
              <a:ext uri="{FF2B5EF4-FFF2-40B4-BE49-F238E27FC236}">
                <a16:creationId xmlns:a16="http://schemas.microsoft.com/office/drawing/2014/main" id="{27D283DF-8242-C10D-B0D1-09338E9E6A17}"/>
              </a:ext>
            </a:extLst>
          </p:cNvPr>
          <p:cNvSpPr>
            <a:spLocks noGrp="1"/>
          </p:cNvSpPr>
          <p:nvPr>
            <p:ph type="body" sz="quarter" idx="29" hasCustomPrompt="1"/>
          </p:nvPr>
        </p:nvSpPr>
        <p:spPr>
          <a:xfrm>
            <a:off x="609599" y="5559814"/>
            <a:ext cx="7524308"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grpSp>
        <p:nvGrpSpPr>
          <p:cNvPr id="10" name="Group 9">
            <a:extLst>
              <a:ext uri="{FF2B5EF4-FFF2-40B4-BE49-F238E27FC236}">
                <a16:creationId xmlns:a16="http://schemas.microsoft.com/office/drawing/2014/main" id="{C7ABD29F-1CE9-43BB-ED10-8D84929E1490}"/>
              </a:ext>
            </a:extLst>
          </p:cNvPr>
          <p:cNvGrpSpPr/>
          <p:nvPr userDrawn="1"/>
        </p:nvGrpSpPr>
        <p:grpSpPr>
          <a:xfrm>
            <a:off x="9133049" y="6372686"/>
            <a:ext cx="3058950" cy="485314"/>
            <a:chOff x="9133049" y="6372686"/>
            <a:chExt cx="3058950" cy="485314"/>
          </a:xfrm>
        </p:grpSpPr>
        <p:pic>
          <p:nvPicPr>
            <p:cNvPr id="11" name="Picture 10">
              <a:extLst>
                <a:ext uri="{FF2B5EF4-FFF2-40B4-BE49-F238E27FC236}">
                  <a16:creationId xmlns:a16="http://schemas.microsoft.com/office/drawing/2014/main" id="{39AD2B9B-38F2-85DB-128A-663ED648E7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12" name="Picture 11">
              <a:extLst>
                <a:ext uri="{FF2B5EF4-FFF2-40B4-BE49-F238E27FC236}">
                  <a16:creationId xmlns:a16="http://schemas.microsoft.com/office/drawing/2014/main" id="{C573F9DB-B587-9A5D-CF7A-1D99D60FA52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Tree>
    <p:extLst>
      <p:ext uri="{BB962C8B-B14F-4D97-AF65-F5344CB8AC3E}">
        <p14:creationId xmlns:p14="http://schemas.microsoft.com/office/powerpoint/2010/main" val="42137782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ictures with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598" y="4635698"/>
            <a:ext cx="2999232"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Text Placeholder 18">
            <a:extLst>
              <a:ext uri="{FF2B5EF4-FFF2-40B4-BE49-F238E27FC236}">
                <a16:creationId xmlns:a16="http://schemas.microsoft.com/office/drawing/2014/main" id="{318F9C99-6215-4A1B-BF56-662E2AB3DC97}"/>
              </a:ext>
            </a:extLst>
          </p:cNvPr>
          <p:cNvSpPr>
            <a:spLocks noGrp="1"/>
          </p:cNvSpPr>
          <p:nvPr>
            <p:ph type="body" sz="quarter" idx="24"/>
          </p:nvPr>
        </p:nvSpPr>
        <p:spPr>
          <a:xfrm>
            <a:off x="4578624"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0" name="Text Placeholder 18">
            <a:extLst>
              <a:ext uri="{FF2B5EF4-FFF2-40B4-BE49-F238E27FC236}">
                <a16:creationId xmlns:a16="http://schemas.microsoft.com/office/drawing/2014/main" id="{3210C54A-DD08-4364-8254-1321A8844AB9}"/>
              </a:ext>
            </a:extLst>
          </p:cNvPr>
          <p:cNvSpPr>
            <a:spLocks noGrp="1"/>
          </p:cNvSpPr>
          <p:nvPr>
            <p:ph type="body" sz="quarter" idx="25"/>
          </p:nvPr>
        </p:nvSpPr>
        <p:spPr>
          <a:xfrm>
            <a:off x="8459252" y="4635698"/>
            <a:ext cx="2998301" cy="1196142"/>
          </a:xfrm>
          <a:prstGeom prst="rect">
            <a:avLst/>
          </a:prstGeom>
        </p:spPr>
        <p:txBody>
          <a:bodyPr/>
          <a:lstStyle>
            <a:lvl1pPr marL="0" indent="0">
              <a:lnSpc>
                <a:spcPct val="100000"/>
              </a:lnSpc>
              <a:spcBef>
                <a:spcPts val="0"/>
              </a:spcBef>
              <a:buFont typeface="Arial" panose="020B0604020202020204" pitchFamily="34" charse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Picture Placeholder 2">
            <a:extLst>
              <a:ext uri="{FF2B5EF4-FFF2-40B4-BE49-F238E27FC236}">
                <a16:creationId xmlns:a16="http://schemas.microsoft.com/office/drawing/2014/main" id="{C9FBEC01-9F7C-4B40-BB53-7CA71DF23C74}"/>
              </a:ext>
            </a:extLst>
          </p:cNvPr>
          <p:cNvSpPr>
            <a:spLocks noGrp="1"/>
          </p:cNvSpPr>
          <p:nvPr>
            <p:ph type="pic" sz="quarter" idx="26"/>
          </p:nvPr>
        </p:nvSpPr>
        <p:spPr>
          <a:xfrm>
            <a:off x="609598" y="1550504"/>
            <a:ext cx="2999232" cy="2961861"/>
          </a:xfrm>
          <a:prstGeom prst="rect">
            <a:avLst/>
          </a:prstGeom>
        </p:spPr>
        <p:txBody>
          <a:bodyPr/>
          <a:lstStyle>
            <a:lvl1pPr marL="0" indent="0">
              <a:buNone/>
              <a:defRPr/>
            </a:lvl1pPr>
          </a:lstStyle>
          <a:p>
            <a:r>
              <a:rPr lang="en-US"/>
              <a:t>Click icon to add picture</a:t>
            </a:r>
          </a:p>
        </p:txBody>
      </p:sp>
      <p:sp>
        <p:nvSpPr>
          <p:cNvPr id="21" name="Picture Placeholder 2">
            <a:extLst>
              <a:ext uri="{FF2B5EF4-FFF2-40B4-BE49-F238E27FC236}">
                <a16:creationId xmlns:a16="http://schemas.microsoft.com/office/drawing/2014/main" id="{72BC0D6B-8A30-40EF-AB45-BA0C194FDCFF}"/>
              </a:ext>
            </a:extLst>
          </p:cNvPr>
          <p:cNvSpPr>
            <a:spLocks noGrp="1"/>
          </p:cNvSpPr>
          <p:nvPr>
            <p:ph type="pic" sz="quarter" idx="27"/>
          </p:nvPr>
        </p:nvSpPr>
        <p:spPr>
          <a:xfrm>
            <a:off x="4578624" y="1550504"/>
            <a:ext cx="2998301" cy="2961861"/>
          </a:xfrm>
          <a:prstGeom prst="rect">
            <a:avLst/>
          </a:prstGeom>
        </p:spPr>
        <p:txBody>
          <a:bodyPr/>
          <a:lstStyle>
            <a:lvl1pPr marL="0" indent="0">
              <a:buNone/>
              <a:defRPr/>
            </a:lvl1pPr>
          </a:lstStyle>
          <a:p>
            <a:r>
              <a:rPr lang="en-US"/>
              <a:t>Click icon to add picture</a:t>
            </a:r>
          </a:p>
        </p:txBody>
      </p:sp>
      <p:sp>
        <p:nvSpPr>
          <p:cNvPr id="22" name="Picture Placeholder 2">
            <a:extLst>
              <a:ext uri="{FF2B5EF4-FFF2-40B4-BE49-F238E27FC236}">
                <a16:creationId xmlns:a16="http://schemas.microsoft.com/office/drawing/2014/main" id="{8957662E-BFCE-48F9-862F-DF8DE0A7D641}"/>
              </a:ext>
            </a:extLst>
          </p:cNvPr>
          <p:cNvSpPr>
            <a:spLocks noGrp="1"/>
          </p:cNvSpPr>
          <p:nvPr>
            <p:ph type="pic" sz="quarter" idx="28"/>
          </p:nvPr>
        </p:nvSpPr>
        <p:spPr>
          <a:xfrm>
            <a:off x="8459252" y="1553128"/>
            <a:ext cx="2998301" cy="2961861"/>
          </a:xfrm>
          <a:prstGeom prst="rect">
            <a:avLst/>
          </a:prstGeo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0639630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icture Background witht tex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08D1A72F-30FE-C706-D91B-5D73BA4BF601}"/>
              </a:ext>
            </a:extLst>
          </p:cNvPr>
          <p:cNvSpPr>
            <a:spLocks noGrp="1"/>
          </p:cNvSpPr>
          <p:nvPr>
            <p:ph type="pic" sz="quarter" idx="26"/>
          </p:nvPr>
        </p:nvSpPr>
        <p:spPr>
          <a:xfrm>
            <a:off x="0" y="2985825"/>
            <a:ext cx="12192000" cy="3326863"/>
          </a:xfrm>
          <a:prstGeom prst="rect">
            <a:avLst/>
          </a:prstGeom>
        </p:spPr>
        <p:txBody>
          <a:bodyPr anchor="b"/>
          <a:lstStyle>
            <a:lvl1pPr marL="0" indent="0">
              <a:buNone/>
              <a:defRPr/>
            </a:lvl1pPr>
          </a:lstStyle>
          <a:p>
            <a:r>
              <a:rPr lang="en-US"/>
              <a:t>Click icon to add picture</a:t>
            </a:r>
          </a:p>
        </p:txBody>
      </p:sp>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863943"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4" name="Text Placeholder 18">
            <a:extLst>
              <a:ext uri="{FF2B5EF4-FFF2-40B4-BE49-F238E27FC236}">
                <a16:creationId xmlns:a16="http://schemas.microsoft.com/office/drawing/2014/main" id="{ECA9DC0C-749B-1447-0277-1CD90538C59B}"/>
              </a:ext>
            </a:extLst>
          </p:cNvPr>
          <p:cNvSpPr>
            <a:spLocks noGrp="1"/>
          </p:cNvSpPr>
          <p:nvPr>
            <p:ph type="body" sz="quarter" idx="23"/>
          </p:nvPr>
        </p:nvSpPr>
        <p:spPr>
          <a:xfrm>
            <a:off x="609600"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Text Placeholder 18">
            <a:extLst>
              <a:ext uri="{FF2B5EF4-FFF2-40B4-BE49-F238E27FC236}">
                <a16:creationId xmlns:a16="http://schemas.microsoft.com/office/drawing/2014/main" id="{C54991A4-D052-C528-8AA6-E6F74EA3CF51}"/>
              </a:ext>
            </a:extLst>
          </p:cNvPr>
          <p:cNvSpPr>
            <a:spLocks noGrp="1"/>
          </p:cNvSpPr>
          <p:nvPr>
            <p:ph type="body" sz="quarter" idx="27"/>
          </p:nvPr>
        </p:nvSpPr>
        <p:spPr>
          <a:xfrm>
            <a:off x="4596851"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ext Placeholder 18">
            <a:extLst>
              <a:ext uri="{FF2B5EF4-FFF2-40B4-BE49-F238E27FC236}">
                <a16:creationId xmlns:a16="http://schemas.microsoft.com/office/drawing/2014/main" id="{9A11DFAD-2C1A-492B-633D-6D2E3CB8E383}"/>
              </a:ext>
            </a:extLst>
          </p:cNvPr>
          <p:cNvSpPr>
            <a:spLocks noGrp="1"/>
          </p:cNvSpPr>
          <p:nvPr>
            <p:ph type="body" sz="quarter" idx="28"/>
          </p:nvPr>
        </p:nvSpPr>
        <p:spPr>
          <a:xfrm>
            <a:off x="8584102" y="1550504"/>
            <a:ext cx="2998300" cy="2951924"/>
          </a:xfrm>
          <a:prstGeom prst="rect">
            <a:avLst/>
          </a:prstGeom>
          <a:solidFill>
            <a:srgbClr val="003478"/>
          </a:solidFill>
        </p:spPr>
        <p:txBody>
          <a:bodyPr lIns="274320" tIns="274320" rIns="274320" bIns="365760" anchor="ctr"/>
          <a:lstStyle>
            <a:lvl1pPr marL="0" indent="0">
              <a:lnSpc>
                <a:spcPct val="100000"/>
              </a:lnSpc>
              <a:spcBef>
                <a:spcPts val="0"/>
              </a:spcBef>
              <a:buFont typeface="Arial" panose="020B0604020202020204" pitchFamily="34" charset="0"/>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4109557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3686"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18" name="Text Placeholder 18">
            <a:extLst>
              <a:ext uri="{FF2B5EF4-FFF2-40B4-BE49-F238E27FC236}">
                <a16:creationId xmlns:a16="http://schemas.microsoft.com/office/drawing/2014/main" id="{B956E94C-9969-4AB2-8117-F619D597A2EC}"/>
              </a:ext>
            </a:extLst>
          </p:cNvPr>
          <p:cNvSpPr>
            <a:spLocks noGrp="1"/>
          </p:cNvSpPr>
          <p:nvPr>
            <p:ph type="body" sz="quarter" idx="23"/>
          </p:nvPr>
        </p:nvSpPr>
        <p:spPr>
          <a:xfrm>
            <a:off x="609600" y="5302002"/>
            <a:ext cx="2998301" cy="380029"/>
          </a:xfrm>
          <a:prstGeom prst="rect">
            <a:avLst/>
          </a:prstGeom>
        </p:spPr>
        <p:txBody>
          <a:bodyPr/>
          <a:lstStyle>
            <a:lvl1pPr marL="0" indent="0">
              <a:lnSpc>
                <a:spcPct val="100000"/>
              </a:lnSpc>
              <a:spcBef>
                <a:spcPts val="0"/>
              </a:spcBef>
              <a:buFont typeface="Arial" panose="020B0604020202020204" pitchFamily="34" charset="0"/>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Chart Placeholder 8">
            <a:extLst>
              <a:ext uri="{FF2B5EF4-FFF2-40B4-BE49-F238E27FC236}">
                <a16:creationId xmlns:a16="http://schemas.microsoft.com/office/drawing/2014/main" id="{AB518037-F3DC-4DBC-AA07-629E5C8B49FC}"/>
              </a:ext>
            </a:extLst>
          </p:cNvPr>
          <p:cNvSpPr>
            <a:spLocks noGrp="1"/>
          </p:cNvSpPr>
          <p:nvPr>
            <p:ph type="chart" sz="quarter" idx="24"/>
          </p:nvPr>
        </p:nvSpPr>
        <p:spPr>
          <a:xfrm>
            <a:off x="609600" y="1258606"/>
            <a:ext cx="10972800" cy="3938869"/>
          </a:xfrm>
          <a:prstGeom prst="rect">
            <a:avLst/>
          </a:prstGeom>
          <a:solidFill>
            <a:schemeClr val="bg1"/>
          </a:solidFill>
        </p:spPr>
        <p:txBody>
          <a:bodyPr/>
          <a:lstStyle>
            <a:lvl1pPr marL="0" indent="0">
              <a:buNone/>
              <a:defRPr/>
            </a:lvl1pPr>
          </a:lstStyle>
          <a:p>
            <a:r>
              <a:rPr lang="en-US"/>
              <a:t>Click icon to add chart</a:t>
            </a:r>
          </a:p>
        </p:txBody>
      </p:sp>
      <p:sp>
        <p:nvSpPr>
          <p:cNvPr id="5" name="Text Placeholder 12">
            <a:extLst>
              <a:ext uri="{FF2B5EF4-FFF2-40B4-BE49-F238E27FC236}">
                <a16:creationId xmlns:a16="http://schemas.microsoft.com/office/drawing/2014/main" id="{FCAD2B6C-443D-28D6-F18D-18F54A9EEC44}"/>
              </a:ext>
            </a:extLst>
          </p:cNvPr>
          <p:cNvSpPr>
            <a:spLocks noGrp="1"/>
          </p:cNvSpPr>
          <p:nvPr>
            <p:ph type="body" sz="quarter" idx="11" hasCustomPrompt="1"/>
          </p:nvPr>
        </p:nvSpPr>
        <p:spPr>
          <a:xfrm>
            <a:off x="609599" y="5804362"/>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1175369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Block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1005457" cy="684362"/>
          </a:xfrm>
          <a:prstGeom prst="rect">
            <a:avLst/>
          </a:prstGeom>
        </p:spPr>
        <p:txBody>
          <a:bodyPr/>
          <a:lstStyle>
            <a:lvl1pPr>
              <a:defRPr sz="2800" b="1" i="0">
                <a:solidFill>
                  <a:srgbClr val="003478"/>
                </a:solidFill>
                <a:latin typeface="+mn-lt"/>
                <a:cs typeface="Arial" panose="020B0604020202020204" pitchFamily="34" charset="0"/>
              </a:defRPr>
            </a:lvl1pPr>
          </a:lstStyle>
          <a:p>
            <a:r>
              <a:rPr lang="en-US"/>
              <a:t>Click to Edit Title Style</a:t>
            </a:r>
          </a:p>
        </p:txBody>
      </p:sp>
      <p:sp>
        <p:nvSpPr>
          <p:cNvPr id="9" name="Text Placeholder 3">
            <a:extLst>
              <a:ext uri="{FF2B5EF4-FFF2-40B4-BE49-F238E27FC236}">
                <a16:creationId xmlns:a16="http://schemas.microsoft.com/office/drawing/2014/main" id="{BC59C980-A3D0-4EF8-9506-D402C5A6FD93}"/>
              </a:ext>
            </a:extLst>
          </p:cNvPr>
          <p:cNvSpPr>
            <a:spLocks noGrp="1"/>
          </p:cNvSpPr>
          <p:nvPr>
            <p:ph type="body" sz="quarter" idx="26" hasCustomPrompt="1"/>
          </p:nvPr>
        </p:nvSpPr>
        <p:spPr>
          <a:xfrm>
            <a:off x="609600" y="1341438"/>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0" name="Text Placeholder 3">
            <a:extLst>
              <a:ext uri="{FF2B5EF4-FFF2-40B4-BE49-F238E27FC236}">
                <a16:creationId xmlns:a16="http://schemas.microsoft.com/office/drawing/2014/main" id="{34CC6854-32C8-45B3-B6D3-D2E66DF7D4C6}"/>
              </a:ext>
            </a:extLst>
          </p:cNvPr>
          <p:cNvSpPr>
            <a:spLocks noGrp="1"/>
          </p:cNvSpPr>
          <p:nvPr>
            <p:ph type="body" sz="quarter" idx="27" hasCustomPrompt="1"/>
          </p:nvPr>
        </p:nvSpPr>
        <p:spPr>
          <a:xfrm>
            <a:off x="6258341" y="1341437"/>
            <a:ext cx="5324061" cy="3970097"/>
          </a:xfrm>
          <a:prstGeom prst="rect">
            <a:avLst/>
          </a:prstGeom>
          <a:noFill/>
        </p:spPr>
        <p:txBody>
          <a:bodyPr/>
          <a:lstStyle>
            <a:lvl1pPr>
              <a:lnSpc>
                <a:spcPct val="100000"/>
              </a:lnSpc>
              <a:spcBef>
                <a:spcPts val="600"/>
              </a:spcBef>
              <a:spcAft>
                <a:spcPts val="1200"/>
              </a:spcAft>
              <a:defRPr sz="1800"/>
            </a:lvl1pPr>
            <a:lvl2pPr marL="685800" indent="-228600">
              <a:lnSpc>
                <a:spcPct val="100000"/>
              </a:lnSpc>
              <a:spcBef>
                <a:spcPts val="600"/>
              </a:spcBef>
              <a:spcAft>
                <a:spcPts val="1200"/>
              </a:spcAft>
              <a:buFont typeface="Symbol" panose="05050102010706020507" pitchFamily="18" charset="2"/>
              <a:buChar char="-"/>
              <a:defRPr sz="1600"/>
            </a:lvl2pPr>
            <a:lvl3pPr>
              <a:lnSpc>
                <a:spcPct val="100000"/>
              </a:lnSpc>
              <a:spcBef>
                <a:spcPts val="600"/>
              </a:spcBef>
              <a:spcAft>
                <a:spcPts val="1200"/>
              </a:spcAft>
              <a:defRPr sz="1400"/>
            </a:lvl3pPr>
            <a:lvl4pPr marL="1600200" indent="-228600">
              <a:lnSpc>
                <a:spcPct val="100000"/>
              </a:lnSpc>
              <a:spcBef>
                <a:spcPts val="600"/>
              </a:spcBef>
              <a:spcAft>
                <a:spcPts val="1200"/>
              </a:spcAft>
              <a:buFont typeface="Symbol" panose="05050102010706020507" pitchFamily="18" charset="2"/>
              <a:buChar char="-"/>
              <a:defRPr sz="1200"/>
            </a:lvl4pPr>
            <a:lvl5pPr>
              <a:lnSpc>
                <a:spcPct val="100000"/>
              </a:lnSpc>
              <a:spcBef>
                <a:spcPts val="600"/>
              </a:spcBef>
              <a:spcAft>
                <a:spcPts val="1200"/>
              </a:spcAft>
              <a:defRPr sz="1200"/>
            </a:lvl5pPr>
            <a:lvl6pPr marL="2514600" indent="-228600">
              <a:lnSpc>
                <a:spcPct val="100000"/>
              </a:lnSpc>
              <a:spcBef>
                <a:spcPts val="600"/>
              </a:spcBef>
              <a:spcAft>
                <a:spcPts val="1200"/>
              </a:spcAft>
              <a:buFont typeface="Symbol" panose="05050102010706020507" pitchFamily="18" charset="2"/>
              <a:buChar char="-"/>
              <a:defRPr sz="1200"/>
            </a:lvl6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5" name="Text Placeholder 12">
            <a:extLst>
              <a:ext uri="{FF2B5EF4-FFF2-40B4-BE49-F238E27FC236}">
                <a16:creationId xmlns:a16="http://schemas.microsoft.com/office/drawing/2014/main" id="{2AA9E988-1444-5E64-B3F6-5961B2D426E1}"/>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12720257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CB37C666-26F7-4F2C-92CE-67B0C3E52D6B}"/>
              </a:ext>
            </a:extLst>
          </p:cNvPr>
          <p:cNvSpPr>
            <a:spLocks noGrp="1"/>
          </p:cNvSpPr>
          <p:nvPr>
            <p:ph type="title" hasCustomPrompt="1"/>
          </p:nvPr>
        </p:nvSpPr>
        <p:spPr>
          <a:xfrm>
            <a:off x="609600" y="504671"/>
            <a:ext cx="10983686" cy="684362"/>
          </a:xfrm>
          <a:prstGeom prst="rect">
            <a:avLst/>
          </a:prstGeom>
        </p:spPr>
        <p:txBody>
          <a:bodyPr/>
          <a:lstStyle>
            <a:lvl1pPr>
              <a:defRPr sz="2800" b="1" i="0">
                <a:solidFill>
                  <a:srgbClr val="002F6C"/>
                </a:solidFill>
                <a:latin typeface="+mn-lt"/>
                <a:cs typeface="Arial" panose="020B0604020202020204" pitchFamily="34" charset="0"/>
              </a:defRPr>
            </a:lvl1pPr>
          </a:lstStyle>
          <a:p>
            <a:r>
              <a:rPr lang="en-US"/>
              <a:t>Click to Edit Title Style</a:t>
            </a:r>
          </a:p>
        </p:txBody>
      </p:sp>
      <p:grpSp>
        <p:nvGrpSpPr>
          <p:cNvPr id="4" name="Group 3">
            <a:extLst>
              <a:ext uri="{FF2B5EF4-FFF2-40B4-BE49-F238E27FC236}">
                <a16:creationId xmlns:a16="http://schemas.microsoft.com/office/drawing/2014/main" id="{ECF76341-4282-6E92-E5C4-7B19444CA503}"/>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EA088008-B6B4-3C0F-C6FA-06158D9DE6C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C8110EBA-7F3C-ABFE-5131-BCF5E19F043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2" name="TextBox 1">
            <a:extLst>
              <a:ext uri="{FF2B5EF4-FFF2-40B4-BE49-F238E27FC236}">
                <a16:creationId xmlns:a16="http://schemas.microsoft.com/office/drawing/2014/main" id="{537BA708-6B5F-1D5C-2873-7CEFC3DF7B5D}"/>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Tree>
    <p:extLst>
      <p:ext uri="{BB962C8B-B14F-4D97-AF65-F5344CB8AC3E}">
        <p14:creationId xmlns:p14="http://schemas.microsoft.com/office/powerpoint/2010/main" val="1900850755"/>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ulti Photo with Text Block">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C1A0D84-BBEA-4099-9778-A9363A2BADE2}"/>
              </a:ext>
            </a:extLst>
          </p:cNvPr>
          <p:cNvSpPr>
            <a:spLocks noGrp="1"/>
          </p:cNvSpPr>
          <p:nvPr>
            <p:ph type="title" hasCustomPrompt="1"/>
          </p:nvPr>
        </p:nvSpPr>
        <p:spPr>
          <a:xfrm>
            <a:off x="612648" y="504671"/>
            <a:ext cx="10984631" cy="684362"/>
          </a:xfrm>
          <a:prstGeom prst="rect">
            <a:avLst/>
          </a:prstGeom>
        </p:spPr>
        <p:txBody>
          <a:bodyPr/>
          <a:lstStyle>
            <a:lvl1pPr>
              <a:defRPr sz="2800" b="1" i="0">
                <a:solidFill>
                  <a:srgbClr val="003478"/>
                </a:solidFill>
                <a:latin typeface="+mn-lt"/>
                <a:cs typeface="Calibri" panose="020F0502020204030204" pitchFamily="34" charset="0"/>
              </a:defRPr>
            </a:lvl1pPr>
          </a:lstStyle>
          <a:p>
            <a:r>
              <a:rPr lang="en-US"/>
              <a:t>Click to Edit Title Style</a:t>
            </a:r>
          </a:p>
        </p:txBody>
      </p:sp>
      <p:sp>
        <p:nvSpPr>
          <p:cNvPr id="11" name="Picture Placeholder 2">
            <a:extLst>
              <a:ext uri="{FF2B5EF4-FFF2-40B4-BE49-F238E27FC236}">
                <a16:creationId xmlns:a16="http://schemas.microsoft.com/office/drawing/2014/main" id="{29B4C5E7-2BAE-493F-BBFD-70C991434101}"/>
              </a:ext>
            </a:extLst>
          </p:cNvPr>
          <p:cNvSpPr>
            <a:spLocks noGrp="1"/>
          </p:cNvSpPr>
          <p:nvPr>
            <p:ph type="pic" sz="quarter" idx="14"/>
          </p:nvPr>
        </p:nvSpPr>
        <p:spPr>
          <a:xfrm>
            <a:off x="8060634" y="1619940"/>
            <a:ext cx="1696280" cy="1749425"/>
          </a:xfrm>
          <a:prstGeom prst="rect">
            <a:avLst/>
          </a:prstGeom>
        </p:spPr>
        <p:txBody>
          <a:bodyPr anchor="ctr"/>
          <a:lstStyle>
            <a:lvl1pPr marL="0" indent="0" algn="ctr">
              <a:buNone/>
              <a:defRPr/>
            </a:lvl1pPr>
          </a:lstStyle>
          <a:p>
            <a:r>
              <a:rPr lang="en-US"/>
              <a:t>Click icon to add picture</a:t>
            </a:r>
          </a:p>
        </p:txBody>
      </p:sp>
      <p:sp>
        <p:nvSpPr>
          <p:cNvPr id="15" name="Picture Placeholder 2">
            <a:extLst>
              <a:ext uri="{FF2B5EF4-FFF2-40B4-BE49-F238E27FC236}">
                <a16:creationId xmlns:a16="http://schemas.microsoft.com/office/drawing/2014/main" id="{C54C5A27-7B3C-4273-A211-4F8CF1D0C8AF}"/>
              </a:ext>
            </a:extLst>
          </p:cNvPr>
          <p:cNvSpPr>
            <a:spLocks noGrp="1"/>
          </p:cNvSpPr>
          <p:nvPr>
            <p:ph type="pic" sz="quarter" idx="18"/>
          </p:nvPr>
        </p:nvSpPr>
        <p:spPr>
          <a:xfrm>
            <a:off x="9882808" y="1619940"/>
            <a:ext cx="1696280" cy="1749425"/>
          </a:xfrm>
          <a:prstGeom prst="rect">
            <a:avLst/>
          </a:prstGeom>
        </p:spPr>
        <p:txBody>
          <a:bodyPr anchor="ctr"/>
          <a:lstStyle>
            <a:lvl1pPr marL="0" indent="0" algn="ctr">
              <a:buNone/>
              <a:defRPr/>
            </a:lvl1pPr>
          </a:lstStyle>
          <a:p>
            <a:r>
              <a:rPr lang="en-US"/>
              <a:t>Click icon to add picture</a:t>
            </a:r>
          </a:p>
        </p:txBody>
      </p:sp>
      <p:sp>
        <p:nvSpPr>
          <p:cNvPr id="16" name="Picture Placeholder 2">
            <a:extLst>
              <a:ext uri="{FF2B5EF4-FFF2-40B4-BE49-F238E27FC236}">
                <a16:creationId xmlns:a16="http://schemas.microsoft.com/office/drawing/2014/main" id="{C816A4C0-7387-4691-A213-8237D3C5C1FE}"/>
              </a:ext>
            </a:extLst>
          </p:cNvPr>
          <p:cNvSpPr>
            <a:spLocks noGrp="1"/>
          </p:cNvSpPr>
          <p:nvPr>
            <p:ph type="pic" sz="quarter" idx="19"/>
          </p:nvPr>
        </p:nvSpPr>
        <p:spPr>
          <a:xfrm>
            <a:off x="8054007" y="3531567"/>
            <a:ext cx="1696280" cy="1749425"/>
          </a:xfrm>
          <a:prstGeom prst="rect">
            <a:avLst/>
          </a:prstGeom>
        </p:spPr>
        <p:txBody>
          <a:bodyPr anchor="ctr"/>
          <a:lstStyle>
            <a:lvl1pPr marL="0" indent="0" algn="ctr">
              <a:buNone/>
              <a:defRPr/>
            </a:lvl1pPr>
          </a:lstStyle>
          <a:p>
            <a:r>
              <a:rPr lang="en-US"/>
              <a:t>Click icon to add picture</a:t>
            </a:r>
          </a:p>
        </p:txBody>
      </p:sp>
      <p:sp>
        <p:nvSpPr>
          <p:cNvPr id="17" name="Picture Placeholder 2">
            <a:extLst>
              <a:ext uri="{FF2B5EF4-FFF2-40B4-BE49-F238E27FC236}">
                <a16:creationId xmlns:a16="http://schemas.microsoft.com/office/drawing/2014/main" id="{D43098FF-AC40-42B4-B12D-6ECFA4F0808E}"/>
              </a:ext>
            </a:extLst>
          </p:cNvPr>
          <p:cNvSpPr>
            <a:spLocks noGrp="1"/>
          </p:cNvSpPr>
          <p:nvPr>
            <p:ph type="pic" sz="quarter" idx="20"/>
          </p:nvPr>
        </p:nvSpPr>
        <p:spPr>
          <a:xfrm>
            <a:off x="9886120" y="3531567"/>
            <a:ext cx="1696280" cy="1749425"/>
          </a:xfrm>
          <a:prstGeom prst="rect">
            <a:avLst/>
          </a:prstGeom>
        </p:spPr>
        <p:txBody>
          <a:bodyPr anchor="ctr"/>
          <a:lstStyle>
            <a:lvl1pPr marL="0" indent="0" algn="ctr">
              <a:buNone/>
              <a:defRPr/>
            </a:lvl1pPr>
          </a:lstStyle>
          <a:p>
            <a:r>
              <a:rPr lang="en-US"/>
              <a:t>Click icon to add picture</a:t>
            </a:r>
          </a:p>
        </p:txBody>
      </p:sp>
      <p:sp>
        <p:nvSpPr>
          <p:cNvPr id="18" name="Picture Placeholder 2">
            <a:extLst>
              <a:ext uri="{FF2B5EF4-FFF2-40B4-BE49-F238E27FC236}">
                <a16:creationId xmlns:a16="http://schemas.microsoft.com/office/drawing/2014/main" id="{A3F9BCE2-3ADE-4F3D-B650-E42610BAF834}"/>
              </a:ext>
            </a:extLst>
          </p:cNvPr>
          <p:cNvSpPr>
            <a:spLocks noGrp="1"/>
          </p:cNvSpPr>
          <p:nvPr>
            <p:ph type="pic" sz="quarter" idx="21"/>
          </p:nvPr>
        </p:nvSpPr>
        <p:spPr>
          <a:xfrm>
            <a:off x="619540" y="1619940"/>
            <a:ext cx="1696280" cy="1749425"/>
          </a:xfrm>
          <a:prstGeom prst="rect">
            <a:avLst/>
          </a:prstGeom>
        </p:spPr>
        <p:txBody>
          <a:bodyPr anchor="ctr"/>
          <a:lstStyle>
            <a:lvl1pPr marL="0" indent="0" algn="ctr">
              <a:buNone/>
              <a:defRPr/>
            </a:lvl1pPr>
          </a:lstStyle>
          <a:p>
            <a:r>
              <a:rPr lang="en-US"/>
              <a:t>Click icon to add picture</a:t>
            </a:r>
          </a:p>
        </p:txBody>
      </p:sp>
      <p:sp>
        <p:nvSpPr>
          <p:cNvPr id="19" name="Picture Placeholder 2">
            <a:extLst>
              <a:ext uri="{FF2B5EF4-FFF2-40B4-BE49-F238E27FC236}">
                <a16:creationId xmlns:a16="http://schemas.microsoft.com/office/drawing/2014/main" id="{17F0C345-FD44-4CB9-AA15-F9A7B0CA6DE7}"/>
              </a:ext>
            </a:extLst>
          </p:cNvPr>
          <p:cNvSpPr>
            <a:spLocks noGrp="1"/>
          </p:cNvSpPr>
          <p:nvPr>
            <p:ph type="pic" sz="quarter" idx="22"/>
          </p:nvPr>
        </p:nvSpPr>
        <p:spPr>
          <a:xfrm>
            <a:off x="2441714" y="1619940"/>
            <a:ext cx="1696280" cy="1749425"/>
          </a:xfrm>
          <a:prstGeom prst="rect">
            <a:avLst/>
          </a:prstGeom>
        </p:spPr>
        <p:txBody>
          <a:bodyPr anchor="ctr"/>
          <a:lstStyle>
            <a:lvl1pPr marL="0" indent="0" algn="ctr">
              <a:buNone/>
              <a:defRPr/>
            </a:lvl1pPr>
          </a:lstStyle>
          <a:p>
            <a:r>
              <a:rPr lang="en-US"/>
              <a:t>Click icon to add picture</a:t>
            </a:r>
          </a:p>
        </p:txBody>
      </p:sp>
      <p:sp>
        <p:nvSpPr>
          <p:cNvPr id="20" name="Picture Placeholder 2">
            <a:extLst>
              <a:ext uri="{FF2B5EF4-FFF2-40B4-BE49-F238E27FC236}">
                <a16:creationId xmlns:a16="http://schemas.microsoft.com/office/drawing/2014/main" id="{14A06D38-ACF1-4C38-B96C-4A022CD87DCF}"/>
              </a:ext>
            </a:extLst>
          </p:cNvPr>
          <p:cNvSpPr>
            <a:spLocks noGrp="1"/>
          </p:cNvSpPr>
          <p:nvPr>
            <p:ph type="pic" sz="quarter" idx="23"/>
          </p:nvPr>
        </p:nvSpPr>
        <p:spPr>
          <a:xfrm>
            <a:off x="612913" y="3531567"/>
            <a:ext cx="1696280" cy="1749425"/>
          </a:xfrm>
          <a:prstGeom prst="rect">
            <a:avLst/>
          </a:prstGeom>
        </p:spPr>
        <p:txBody>
          <a:bodyPr anchor="ctr"/>
          <a:lstStyle>
            <a:lvl1pPr marL="0" indent="0" algn="ctr">
              <a:buNone/>
              <a:defRPr/>
            </a:lvl1pPr>
          </a:lstStyle>
          <a:p>
            <a:r>
              <a:rPr lang="en-US"/>
              <a:t>Click icon to add picture</a:t>
            </a:r>
          </a:p>
        </p:txBody>
      </p:sp>
      <p:sp>
        <p:nvSpPr>
          <p:cNvPr id="21" name="Picture Placeholder 2">
            <a:extLst>
              <a:ext uri="{FF2B5EF4-FFF2-40B4-BE49-F238E27FC236}">
                <a16:creationId xmlns:a16="http://schemas.microsoft.com/office/drawing/2014/main" id="{3E961B3A-4844-482D-8E3E-7A2D4FC91565}"/>
              </a:ext>
            </a:extLst>
          </p:cNvPr>
          <p:cNvSpPr>
            <a:spLocks noGrp="1"/>
          </p:cNvSpPr>
          <p:nvPr>
            <p:ph type="pic" sz="quarter" idx="24"/>
          </p:nvPr>
        </p:nvSpPr>
        <p:spPr>
          <a:xfrm>
            <a:off x="2445026" y="3531567"/>
            <a:ext cx="1696280" cy="1749425"/>
          </a:xfrm>
          <a:prstGeom prst="rect">
            <a:avLst/>
          </a:prstGeom>
        </p:spPr>
        <p:txBody>
          <a:bodyPr anchor="ctr"/>
          <a:lstStyle>
            <a:lvl1pPr marL="0" indent="0" algn="ctr">
              <a:buNone/>
              <a:defRPr/>
            </a:lvl1pPr>
          </a:lstStyle>
          <a:p>
            <a:r>
              <a:rPr lang="en-US"/>
              <a:t>Click icon to add picture</a:t>
            </a:r>
          </a:p>
        </p:txBody>
      </p:sp>
      <p:sp>
        <p:nvSpPr>
          <p:cNvPr id="22" name="Text Placeholder 21">
            <a:extLst>
              <a:ext uri="{FF2B5EF4-FFF2-40B4-BE49-F238E27FC236}">
                <a16:creationId xmlns:a16="http://schemas.microsoft.com/office/drawing/2014/main" id="{5E71B3E1-54DA-4FBD-B4D4-E14162E1B854}"/>
              </a:ext>
            </a:extLst>
          </p:cNvPr>
          <p:cNvSpPr>
            <a:spLocks noGrp="1"/>
          </p:cNvSpPr>
          <p:nvPr>
            <p:ph type="body" sz="quarter" idx="25"/>
          </p:nvPr>
        </p:nvSpPr>
        <p:spPr>
          <a:xfrm>
            <a:off x="4273208" y="1619941"/>
            <a:ext cx="3657600" cy="3657600"/>
          </a:xfrm>
          <a:prstGeom prst="rect">
            <a:avLst/>
          </a:prstGeom>
          <a:solidFill>
            <a:srgbClr val="003478"/>
          </a:solidFill>
        </p:spPr>
        <p:txBody>
          <a:bodyPr lIns="365760" rIns="365760" anchor="ctr"/>
          <a:lstStyle>
            <a:lvl1pPr marL="0" indent="0" algn="l">
              <a:buNone/>
              <a:defRPr sz="1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 name="Text Placeholder 12">
            <a:extLst>
              <a:ext uri="{FF2B5EF4-FFF2-40B4-BE49-F238E27FC236}">
                <a16:creationId xmlns:a16="http://schemas.microsoft.com/office/drawing/2014/main" id="{C386BB78-113E-72A3-1A10-779C47F4D8B9}"/>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0981984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ull Page ">
    <p:spTree>
      <p:nvGrpSpPr>
        <p:cNvPr id="1" name=""/>
        <p:cNvGrpSpPr/>
        <p:nvPr/>
      </p:nvGrpSpPr>
      <p:grpSpPr>
        <a:xfrm>
          <a:off x="0" y="0"/>
          <a:ext cx="0" cy="0"/>
          <a:chOff x="0" y="0"/>
          <a:chExt cx="0" cy="0"/>
        </a:xfrm>
      </p:grpSpPr>
      <p:sp>
        <p:nvSpPr>
          <p:cNvPr id="5" name="Content Placeholder 12">
            <a:extLst>
              <a:ext uri="{FF2B5EF4-FFF2-40B4-BE49-F238E27FC236}">
                <a16:creationId xmlns:a16="http://schemas.microsoft.com/office/drawing/2014/main" id="{673C045F-876A-487E-9097-CF25663536C5}"/>
              </a:ext>
            </a:extLst>
          </p:cNvPr>
          <p:cNvSpPr>
            <a:spLocks noGrp="1"/>
          </p:cNvSpPr>
          <p:nvPr>
            <p:ph sz="quarter" idx="12" hasCustomPrompt="1"/>
          </p:nvPr>
        </p:nvSpPr>
        <p:spPr>
          <a:xfrm>
            <a:off x="612648" y="1331304"/>
            <a:ext cx="10962862" cy="3707836"/>
          </a:xfrm>
          <a:prstGeom prst="rect">
            <a:avLst/>
          </a:prstGeom>
        </p:spPr>
        <p:txBody>
          <a:bodyPr/>
          <a:lstStyle>
            <a:lvl1pPr marL="0" indent="0">
              <a:buFontTx/>
              <a:buNone/>
              <a:defRPr sz="1800" baseline="0">
                <a:solidFill>
                  <a:schemeClr val="tx1"/>
                </a:solidFill>
                <a:latin typeface="Arial" panose="020B0604020202020204" pitchFamily="34" charset="0"/>
                <a:cs typeface="Arial" panose="020B0604020202020204" pitchFamily="34" charset="0"/>
              </a:defRPr>
            </a:lvl1pPr>
            <a:lvl2pPr>
              <a:defRPr sz="1600">
                <a:solidFill>
                  <a:schemeClr val="tx1"/>
                </a:solidFill>
              </a:defRPr>
            </a:lvl2pPr>
            <a:lvl3pPr>
              <a:defRPr sz="1400"/>
            </a:lvl3pPr>
            <a:lvl4pPr>
              <a:defRPr sz="1400"/>
            </a:lvl4pPr>
            <a:lvl5pPr>
              <a:defRPr sz="1400"/>
            </a:lvl5pPr>
            <a:lvl6pPr>
              <a:defRPr sz="1400"/>
            </a:lvl6pPr>
            <a:lvl7pPr>
              <a:defRPr sz="1400"/>
            </a:lvl7pPr>
            <a:lvl8pPr>
              <a:defRPr sz="1400"/>
            </a:lvl8pPr>
            <a:lvl9pPr marL="3657600" indent="0">
              <a:buNone/>
              <a:defRPr/>
            </a:lvl9pPr>
          </a:lstStyle>
          <a:p>
            <a:pPr lvl="0"/>
            <a:r>
              <a:rPr lang="en-US"/>
              <a:t>Click to edit text</a:t>
            </a:r>
          </a:p>
        </p:txBody>
      </p:sp>
      <p:sp>
        <p:nvSpPr>
          <p:cNvPr id="6" name="Title 1">
            <a:extLst>
              <a:ext uri="{FF2B5EF4-FFF2-40B4-BE49-F238E27FC236}">
                <a16:creationId xmlns:a16="http://schemas.microsoft.com/office/drawing/2014/main" id="{DE6E007D-4A49-4350-A5D2-296D7DED613E}"/>
              </a:ext>
            </a:extLst>
          </p:cNvPr>
          <p:cNvSpPr>
            <a:spLocks noGrp="1"/>
          </p:cNvSpPr>
          <p:nvPr>
            <p:ph type="title" hasCustomPrompt="1"/>
          </p:nvPr>
        </p:nvSpPr>
        <p:spPr>
          <a:xfrm>
            <a:off x="612648" y="504671"/>
            <a:ext cx="10984633" cy="684362"/>
          </a:xfrm>
          <a:prstGeom prst="rect">
            <a:avLst/>
          </a:prstGeom>
        </p:spPr>
        <p:txBody>
          <a:bodyPr/>
          <a:lstStyle>
            <a:lvl1pPr>
              <a:defRPr sz="2800" b="1" i="0">
                <a:solidFill>
                  <a:srgbClr val="003478"/>
                </a:solidFill>
                <a:latin typeface="Arial" panose="020B0604020202020204" pitchFamily="34" charset="0"/>
                <a:cs typeface="Arial" panose="020B0604020202020204" pitchFamily="34" charset="0"/>
              </a:defRPr>
            </a:lvl1pPr>
          </a:lstStyle>
          <a:p>
            <a:r>
              <a:rPr lang="en-US"/>
              <a:t>Click to Edit Title Style</a:t>
            </a:r>
          </a:p>
        </p:txBody>
      </p:sp>
      <p:sp>
        <p:nvSpPr>
          <p:cNvPr id="7" name="Text Placeholder 2">
            <a:extLst>
              <a:ext uri="{FF2B5EF4-FFF2-40B4-BE49-F238E27FC236}">
                <a16:creationId xmlns:a16="http://schemas.microsoft.com/office/drawing/2014/main" id="{A8CA206A-CB1D-4E4E-8256-938ED74FCA69}"/>
              </a:ext>
            </a:extLst>
          </p:cNvPr>
          <p:cNvSpPr>
            <a:spLocks noGrp="1"/>
          </p:cNvSpPr>
          <p:nvPr>
            <p:ph type="body" sz="quarter" idx="14" hasCustomPrompt="1"/>
          </p:nvPr>
        </p:nvSpPr>
        <p:spPr>
          <a:xfrm>
            <a:off x="612910" y="5206735"/>
            <a:ext cx="5108023" cy="238125"/>
          </a:xfrm>
          <a:prstGeom prst="rect">
            <a:avLst/>
          </a:prstGeom>
        </p:spPr>
        <p:txBody>
          <a:bodyPr/>
          <a:lstStyle>
            <a:lvl1pPr marL="0" indent="0">
              <a:buNone/>
              <a:defRPr sz="1000">
                <a:latin typeface="Arial" panose="020B0604020202020204" pitchFamily="34" charset="0"/>
              </a:defRPr>
            </a:lvl1pPr>
            <a:lvl2pPr marL="457200" indent="0">
              <a:buNone/>
              <a:defRPr sz="1000">
                <a:latin typeface="Arial Nova Cond" panose="020B0604020202020204" pitchFamily="34" charset="0"/>
              </a:defRPr>
            </a:lvl2pPr>
            <a:lvl3pPr marL="914400" indent="0">
              <a:buNone/>
              <a:defRPr sz="1000">
                <a:latin typeface="Arial Nova Cond" panose="020B0604020202020204" pitchFamily="34" charset="0"/>
              </a:defRPr>
            </a:lvl3pPr>
            <a:lvl4pPr marL="1371600" indent="0">
              <a:buNone/>
              <a:defRPr sz="1000">
                <a:latin typeface="Arial Nova Cond" panose="020B0604020202020204" pitchFamily="34" charset="0"/>
              </a:defRPr>
            </a:lvl4pPr>
            <a:lvl5pPr marL="1828800" indent="0">
              <a:buNone/>
              <a:defRPr sz="1000">
                <a:latin typeface="Arial Nova Cond" panose="020B06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Footnote</a:t>
            </a:r>
          </a:p>
        </p:txBody>
      </p:sp>
      <p:sp>
        <p:nvSpPr>
          <p:cNvPr id="8" name="Text Placeholder 12">
            <a:extLst>
              <a:ext uri="{FF2B5EF4-FFF2-40B4-BE49-F238E27FC236}">
                <a16:creationId xmlns:a16="http://schemas.microsoft.com/office/drawing/2014/main" id="{E04CEAC4-5E47-14AB-3A81-6C2468206472}"/>
              </a:ext>
            </a:extLst>
          </p:cNvPr>
          <p:cNvSpPr>
            <a:spLocks noGrp="1"/>
          </p:cNvSpPr>
          <p:nvPr>
            <p:ph type="body" sz="quarter" idx="11" hasCustomPrompt="1"/>
          </p:nvPr>
        </p:nvSpPr>
        <p:spPr>
          <a:xfrm>
            <a:off x="609599" y="5719303"/>
            <a:ext cx="10972800" cy="472518"/>
          </a:xfrm>
          <a:prstGeom prst="rect">
            <a:avLst/>
          </a:prstGeom>
          <a:solidFill>
            <a:srgbClr val="003478">
              <a:alpha val="10000"/>
            </a:srgbClr>
          </a:solidFill>
          <a:ln>
            <a:noFill/>
          </a:ln>
          <a:effectLst/>
          <a:scene3d>
            <a:camera prst="orthographicFront"/>
            <a:lightRig rig="brightRoom" dir="t">
              <a:rot lat="0" lon="0" rev="600000"/>
            </a:lightRig>
          </a:scene3d>
          <a:sp3d prstMaterial="metal"/>
        </p:spPr>
        <p:txBody>
          <a:bodyPr lIns="0" tIns="0" rIns="0" bIns="0" anchor="ctr">
            <a:noAutofit/>
          </a:bodyPr>
          <a:lstStyle>
            <a:lvl1pPr marL="0" indent="0" algn="ctr">
              <a:lnSpc>
                <a:spcPct val="90000"/>
              </a:lnSpc>
              <a:spcBef>
                <a:spcPts val="0"/>
              </a:spcBef>
              <a:buNone/>
              <a:defRPr lang="en-US" sz="2000" b="0" kern="1200" cap="none" spc="-10" baseline="0" dirty="0">
                <a:solidFill>
                  <a:srgbClr val="003478"/>
                </a:solidFill>
                <a:latin typeface="Arial" panose="020B0604020202020204" pitchFamily="34" charset="0"/>
                <a:ea typeface="+mn-ea"/>
                <a:cs typeface="Arial" panose="020B0604020202020204" pitchFamily="34" charset="0"/>
              </a:defRPr>
            </a:lvl1pPr>
          </a:lstStyle>
          <a:p>
            <a:pPr lvl="0"/>
            <a:r>
              <a:rPr lang="en-US"/>
              <a:t>Add message here.</a:t>
            </a:r>
          </a:p>
        </p:txBody>
      </p:sp>
    </p:spTree>
    <p:extLst>
      <p:ext uri="{BB962C8B-B14F-4D97-AF65-F5344CB8AC3E}">
        <p14:creationId xmlns:p14="http://schemas.microsoft.com/office/powerpoint/2010/main" val="33096425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ransition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60E2-4A59-41CF-9D25-3932C8732117}"/>
              </a:ext>
            </a:extLst>
          </p:cNvPr>
          <p:cNvSpPr>
            <a:spLocks noGrp="1"/>
          </p:cNvSpPr>
          <p:nvPr>
            <p:ph type="title" hasCustomPrompt="1"/>
          </p:nvPr>
        </p:nvSpPr>
        <p:spPr>
          <a:xfrm>
            <a:off x="1482511" y="3009440"/>
            <a:ext cx="9218621" cy="650277"/>
          </a:xfrm>
          <a:prstGeom prst="rect">
            <a:avLst/>
          </a:prstGeom>
        </p:spPr>
        <p:txBody>
          <a:bodyPr/>
          <a:lstStyle>
            <a:lvl1pPr algn="ctr">
              <a:defRPr sz="3600" b="1">
                <a:solidFill>
                  <a:srgbClr val="003478"/>
                </a:solidFill>
                <a:latin typeface="Arial" panose="020B0604020202020204" pitchFamily="34" charset="0"/>
                <a:cs typeface="Arial" panose="020B0604020202020204" pitchFamily="34" charset="0"/>
              </a:defRPr>
            </a:lvl1pPr>
          </a:lstStyle>
          <a:p>
            <a:r>
              <a:rPr lang="en-US"/>
              <a:t>Transition Slide</a:t>
            </a:r>
          </a:p>
        </p:txBody>
      </p:sp>
      <p:cxnSp>
        <p:nvCxnSpPr>
          <p:cNvPr id="4" name="Straight Connector 3">
            <a:extLst>
              <a:ext uri="{FF2B5EF4-FFF2-40B4-BE49-F238E27FC236}">
                <a16:creationId xmlns:a16="http://schemas.microsoft.com/office/drawing/2014/main" id="{47064096-BC33-4BE5-921C-3C44EFC9E5AC}"/>
              </a:ext>
            </a:extLst>
          </p:cNvPr>
          <p:cNvCxnSpPr>
            <a:cxnSpLocks/>
          </p:cNvCxnSpPr>
          <p:nvPr userDrawn="1"/>
        </p:nvCxnSpPr>
        <p:spPr>
          <a:xfrm>
            <a:off x="5406021" y="4128578"/>
            <a:ext cx="1371600" cy="0"/>
          </a:xfrm>
          <a:prstGeom prst="line">
            <a:avLst/>
          </a:prstGeom>
          <a:ln w="57150">
            <a:solidFill>
              <a:srgbClr val="00347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1615452"/>
      </p:ext>
    </p:extLst>
  </p:cSld>
  <p:clrMapOvr>
    <a:masterClrMapping/>
  </p:clrMapOvr>
  <p:extLst>
    <p:ext uri="{DCECCB84-F9BA-43D5-87BE-67443E8EF086}">
      <p15:sldGuideLst xmlns:p15="http://schemas.microsoft.com/office/powerpoint/2012/main">
        <p15:guide id="1" orient="horz" pos="417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rgbClr val="003478"/>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0824" y="2670048"/>
            <a:ext cx="8092440" cy="1222216"/>
          </a:xfrm>
          <a:prstGeom prst="rect">
            <a:avLst/>
          </a:prstGeom>
        </p:spPr>
      </p:pic>
    </p:spTree>
    <p:extLst>
      <p:ext uri="{BB962C8B-B14F-4D97-AF65-F5344CB8AC3E}">
        <p14:creationId xmlns:p14="http://schemas.microsoft.com/office/powerpoint/2010/main" val="36382642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20CF70-981B-D172-D2B4-88B5B0BEAB07}"/>
              </a:ext>
            </a:extLst>
          </p:cNvPr>
          <p:cNvPicPr>
            <a:picLocks noChangeAspect="1"/>
          </p:cNvPicPr>
          <p:nvPr userDrawn="1"/>
        </p:nvPicPr>
        <p:blipFill>
          <a:blip r:embed="rId2"/>
          <a:srcRect/>
          <a:stretch/>
        </p:blipFill>
        <p:spPr>
          <a:xfrm>
            <a:off x="1888568" y="2534856"/>
            <a:ext cx="8391714" cy="1496028"/>
          </a:xfrm>
          <a:prstGeom prst="rect">
            <a:avLst/>
          </a:prstGeom>
        </p:spPr>
      </p:pic>
    </p:spTree>
    <p:extLst>
      <p:ext uri="{BB962C8B-B14F-4D97-AF65-F5344CB8AC3E}">
        <p14:creationId xmlns:p14="http://schemas.microsoft.com/office/powerpoint/2010/main" val="10821883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theme" Target="../theme/theme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image" Target="../media/image3.emf"/><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47DB03-2771-AF0A-A67C-F9516C4077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1CF07C-3FA4-37A0-A995-D344D5BF29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5E1B38-3C28-575D-64A1-8E97B4A223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967530-DEB1-4339-958F-490A164844EE}" type="datetimeFigureOut">
              <a:rPr lang="en-US" smtClean="0"/>
              <a:t>2/23/2026</a:t>
            </a:fld>
            <a:endParaRPr lang="en-US"/>
          </a:p>
        </p:txBody>
      </p:sp>
      <p:sp>
        <p:nvSpPr>
          <p:cNvPr id="5" name="Footer Placeholder 4">
            <a:extLst>
              <a:ext uri="{FF2B5EF4-FFF2-40B4-BE49-F238E27FC236}">
                <a16:creationId xmlns:a16="http://schemas.microsoft.com/office/drawing/2014/main" id="{75015ED8-FBDB-225A-EE50-7F548BD27F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F3572A4-7E68-64C2-6729-DE119F6871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D0BA74-3C1E-428B-B40B-DCC379BA647F}" type="slidenum">
              <a:rPr lang="en-US" smtClean="0"/>
              <a:t>‹#›</a:t>
            </a:fld>
            <a:endParaRPr lang="en-US"/>
          </a:p>
        </p:txBody>
      </p:sp>
      <p:sp>
        <p:nvSpPr>
          <p:cNvPr id="9" name="TextBox 8">
            <a:extLst>
              <a:ext uri="{FF2B5EF4-FFF2-40B4-BE49-F238E27FC236}">
                <a16:creationId xmlns:a16="http://schemas.microsoft.com/office/drawing/2014/main" id="{9F1DFC0B-3615-E988-A6C9-DA68E826D4B2}"/>
              </a:ext>
            </a:extLst>
          </p:cNvPr>
          <p:cNvSpPr txBox="1"/>
          <p:nvPr userDrawn="1">
            <p:extLst>
              <p:ext uri="{1162E1C5-73C7-4A58-AE30-91384D911F3F}">
                <p184:classification xmlns:p184="http://schemas.microsoft.com/office/powerpoint/2018/4/main" val="hdr"/>
              </p:ext>
            </p:extLst>
          </p:nvPr>
        </p:nvSpPr>
        <p:spPr>
          <a:xfrm>
            <a:off x="5032375" y="63500"/>
            <a:ext cx="2155825"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Lockheed Martin Proprietary Information</a:t>
            </a:r>
          </a:p>
        </p:txBody>
      </p:sp>
      <p:sp>
        <p:nvSpPr>
          <p:cNvPr id="10" name="TextBox 9">
            <a:extLst>
              <a:ext uri="{FF2B5EF4-FFF2-40B4-BE49-F238E27FC236}">
                <a16:creationId xmlns:a16="http://schemas.microsoft.com/office/drawing/2014/main" id="{7E83ECA6-B31A-7D2A-94B3-0936EE0E3B84}"/>
              </a:ext>
            </a:extLst>
          </p:cNvPr>
          <p:cNvSpPr txBox="1"/>
          <p:nvPr userDrawn="1">
            <p:extLst>
              <p:ext uri="{1162E1C5-73C7-4A58-AE30-91384D911F3F}">
                <p184:classification xmlns:p184="http://schemas.microsoft.com/office/powerpoint/2018/4/main" val="ftr"/>
              </p:ext>
            </p:extLst>
          </p:nvPr>
        </p:nvSpPr>
        <p:spPr>
          <a:xfrm>
            <a:off x="5032375" y="6642100"/>
            <a:ext cx="2155825"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Lockheed Martin Proprietary Information</a:t>
            </a:r>
          </a:p>
        </p:txBody>
      </p:sp>
    </p:spTree>
    <p:extLst>
      <p:ext uri="{BB962C8B-B14F-4D97-AF65-F5344CB8AC3E}">
        <p14:creationId xmlns:p14="http://schemas.microsoft.com/office/powerpoint/2010/main" val="373162286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49" r:id="rId30"/>
    <p:sldLayoutId id="2147483650" r:id="rId31"/>
    <p:sldLayoutId id="2147483651" r:id="rId32"/>
    <p:sldLayoutId id="2147483652" r:id="rId33"/>
    <p:sldLayoutId id="2147483653" r:id="rId34"/>
    <p:sldLayoutId id="2147483654" r:id="rId35"/>
    <p:sldLayoutId id="2147483655" r:id="rId36"/>
    <p:sldLayoutId id="2147483656" r:id="rId37"/>
    <p:sldLayoutId id="2147483657" r:id="rId38"/>
    <p:sldLayoutId id="2147483658" r:id="rId39"/>
    <p:sldLayoutId id="2147483659" r:id="rId40"/>
    <p:sldLayoutId id="2147483689" r:id="rId4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8606A0D-F311-0796-C012-27793984BC64}"/>
              </a:ext>
            </a:extLst>
          </p:cNvPr>
          <p:cNvGrpSpPr/>
          <p:nvPr userDrawn="1"/>
        </p:nvGrpSpPr>
        <p:grpSpPr>
          <a:xfrm>
            <a:off x="9133049" y="6372686"/>
            <a:ext cx="3058950" cy="485314"/>
            <a:chOff x="9133049" y="6372686"/>
            <a:chExt cx="3058950" cy="485314"/>
          </a:xfrm>
        </p:grpSpPr>
        <p:pic>
          <p:nvPicPr>
            <p:cNvPr id="7" name="Picture 6">
              <a:extLst>
                <a:ext uri="{FF2B5EF4-FFF2-40B4-BE49-F238E27FC236}">
                  <a16:creationId xmlns:a16="http://schemas.microsoft.com/office/drawing/2014/main" id="{B16187F8-1C1D-0801-4482-F23166F6BD58}"/>
                </a:ext>
              </a:extLst>
            </p:cNvPr>
            <p:cNvPicPr>
              <a:picLocks noChangeAspect="1"/>
            </p:cNvPicPr>
            <p:nvPr userDrawn="1"/>
          </p:nvPicPr>
          <p:blipFill>
            <a:blip r:embed="rId22">
              <a:extLst>
                <a:ext uri="{28A0092B-C50C-407E-A947-70E740481C1C}">
                  <a14:useLocalDpi xmlns:a14="http://schemas.microsoft.com/office/drawing/2010/main"/>
                </a:ext>
              </a:extLst>
            </a:blip>
            <a:stretch>
              <a:fillRect/>
            </a:stretch>
          </p:blipFill>
          <p:spPr>
            <a:xfrm>
              <a:off x="9133049" y="6372686"/>
              <a:ext cx="3058950" cy="485314"/>
            </a:xfrm>
            <a:prstGeom prst="rect">
              <a:avLst/>
            </a:prstGeom>
          </p:spPr>
        </p:pic>
        <p:pic>
          <p:nvPicPr>
            <p:cNvPr id="8" name="Picture 7">
              <a:extLst>
                <a:ext uri="{FF2B5EF4-FFF2-40B4-BE49-F238E27FC236}">
                  <a16:creationId xmlns:a16="http://schemas.microsoft.com/office/drawing/2014/main" id="{EB850358-7414-69CC-2F89-3037F33B891E}"/>
                </a:ext>
              </a:extLst>
            </p:cNvPr>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9932126" y="6439118"/>
              <a:ext cx="2039112" cy="307971"/>
            </a:xfrm>
            <a:prstGeom prst="rect">
              <a:avLst/>
            </a:prstGeom>
          </p:spPr>
        </p:pic>
      </p:grpSp>
      <p:sp>
        <p:nvSpPr>
          <p:cNvPr id="9" name="TextBox 8">
            <a:extLst>
              <a:ext uri="{FF2B5EF4-FFF2-40B4-BE49-F238E27FC236}">
                <a16:creationId xmlns:a16="http://schemas.microsoft.com/office/drawing/2014/main" id="{4434746A-E7F8-6B35-4074-B99A1387F08A}"/>
              </a:ext>
            </a:extLst>
          </p:cNvPr>
          <p:cNvSpPr txBox="1"/>
          <p:nvPr userDrawn="1"/>
        </p:nvSpPr>
        <p:spPr>
          <a:xfrm>
            <a:off x="71253" y="6547104"/>
            <a:ext cx="399801" cy="215444"/>
          </a:xfrm>
          <a:prstGeom prst="rect">
            <a:avLst/>
          </a:prstGeom>
          <a:noFill/>
        </p:spPr>
        <p:txBody>
          <a:bodyPr wrap="square" rtlCol="0">
            <a:spAutoFit/>
          </a:bodyPr>
          <a:lstStyle/>
          <a:p>
            <a:pPr algn="ctr"/>
            <a:fld id="{E5264778-C0F2-4A1D-870D-8751F1230773}" type="slidenum">
              <a:rPr lang="en-US" sz="800" smtClean="0">
                <a:solidFill>
                  <a:srgbClr val="003478"/>
                </a:solidFill>
              </a:rPr>
              <a:pPr algn="ctr"/>
              <a:t>‹#›</a:t>
            </a:fld>
            <a:endParaRPr lang="en-US" sz="800">
              <a:solidFill>
                <a:srgbClr val="003478"/>
              </a:solidFill>
            </a:endParaRPr>
          </a:p>
        </p:txBody>
      </p:sp>
      <p:sp>
        <p:nvSpPr>
          <p:cNvPr id="4" name="TextBox 3">
            <a:extLst>
              <a:ext uri="{FF2B5EF4-FFF2-40B4-BE49-F238E27FC236}">
                <a16:creationId xmlns:a16="http://schemas.microsoft.com/office/drawing/2014/main" id="{95BF9AED-D131-6718-5F8C-F56A124E0E14}"/>
              </a:ext>
            </a:extLst>
          </p:cNvPr>
          <p:cNvSpPr txBox="1"/>
          <p:nvPr>
            <p:extLst>
              <p:ext uri="{1162E1C5-73C7-4A58-AE30-91384D911F3F}">
                <p184:classification xmlns:p184="http://schemas.microsoft.com/office/powerpoint/2018/4/main" val="hdr"/>
              </p:ext>
            </p:extLst>
          </p:nvPr>
        </p:nvSpPr>
        <p:spPr>
          <a:xfrm>
            <a:off x="5032375" y="63500"/>
            <a:ext cx="2155825"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Lockheed Martin Proprietary Information</a:t>
            </a:r>
          </a:p>
        </p:txBody>
      </p:sp>
      <p:sp>
        <p:nvSpPr>
          <p:cNvPr id="5" name="TextBox 4">
            <a:extLst>
              <a:ext uri="{FF2B5EF4-FFF2-40B4-BE49-F238E27FC236}">
                <a16:creationId xmlns:a16="http://schemas.microsoft.com/office/drawing/2014/main" id="{538B91FB-052D-C14E-D503-AE7F7C2BD84D}"/>
              </a:ext>
            </a:extLst>
          </p:cNvPr>
          <p:cNvSpPr txBox="1"/>
          <p:nvPr>
            <p:extLst>
              <p:ext uri="{1162E1C5-73C7-4A58-AE30-91384D911F3F}">
                <p184:classification xmlns:p184="http://schemas.microsoft.com/office/powerpoint/2018/4/main" val="ftr"/>
              </p:ext>
            </p:extLst>
          </p:nvPr>
        </p:nvSpPr>
        <p:spPr>
          <a:xfrm>
            <a:off x="5032375" y="6642100"/>
            <a:ext cx="2155825"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Lockheed Martin Proprietary Information</a:t>
            </a:r>
          </a:p>
        </p:txBody>
      </p:sp>
    </p:spTree>
    <p:extLst>
      <p:ext uri="{BB962C8B-B14F-4D97-AF65-F5344CB8AC3E}">
        <p14:creationId xmlns:p14="http://schemas.microsoft.com/office/powerpoint/2010/main" val="129472285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7296">
          <p15:clr>
            <a:srgbClr val="F26B43"/>
          </p15:clr>
        </p15:guide>
        <p15:guide id="4" orient="horz" pos="360">
          <p15:clr>
            <a:srgbClr val="F26B43"/>
          </p15:clr>
        </p15:guide>
        <p15:guide id="5" orient="horz" pos="2160">
          <p15:clr>
            <a:srgbClr val="F26B43"/>
          </p15:clr>
        </p15:guide>
        <p15:guide id="6" orient="horz" pos="3912">
          <p15:clr>
            <a:srgbClr val="F26B43"/>
          </p15:clr>
        </p15:guide>
        <p15:guide id="7" orient="horz" pos="4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hyperlink" Target="https://www.war.gov/News/Releases/Release/Article/4389392/jiatf-401-announces-updated-guidance-to-counter-drone-threats-in-the-homeland/" TargetMode="External"/><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58.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2" Type="http://schemas.openxmlformats.org/officeDocument/2006/relationships/hyperlink" Target="https://www.vectornav.com/products/detail/vn-100" TargetMode="Externa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hyperlink" Target="https://agilemanifesto.org/principles.html" TargetMode="External"/><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2FF0E8-DC31-346E-8502-DD4BE420624B}"/>
              </a:ext>
            </a:extLst>
          </p:cNvPr>
          <p:cNvSpPr>
            <a:spLocks noGrp="1"/>
          </p:cNvSpPr>
          <p:nvPr>
            <p:ph type="body" sz="quarter" idx="15"/>
          </p:nvPr>
        </p:nvSpPr>
        <p:spPr/>
        <p:txBody>
          <a:bodyPr>
            <a:normAutofit fontScale="92500" lnSpcReduction="20000"/>
          </a:bodyPr>
          <a:lstStyle/>
          <a:p>
            <a:r>
              <a:rPr lang="en-US" dirty="0"/>
              <a:t>LM RMS TLS Orlando</a:t>
            </a:r>
          </a:p>
        </p:txBody>
      </p:sp>
      <p:sp>
        <p:nvSpPr>
          <p:cNvPr id="5" name="Text Placeholder 4">
            <a:extLst>
              <a:ext uri="{FF2B5EF4-FFF2-40B4-BE49-F238E27FC236}">
                <a16:creationId xmlns:a16="http://schemas.microsoft.com/office/drawing/2014/main" id="{44AC0CD8-56F9-6D79-BFAA-5653E2C151EE}"/>
              </a:ext>
            </a:extLst>
          </p:cNvPr>
          <p:cNvSpPr>
            <a:spLocks noGrp="1"/>
          </p:cNvSpPr>
          <p:nvPr>
            <p:ph type="body" sz="quarter" idx="16"/>
          </p:nvPr>
        </p:nvSpPr>
        <p:spPr/>
        <p:txBody>
          <a:bodyPr/>
          <a:lstStyle/>
          <a:p>
            <a:r>
              <a:rPr lang="en-US" dirty="0"/>
              <a:t>Monday, February 23</a:t>
            </a:r>
            <a:r>
              <a:rPr lang="en-US" baseline="30000" dirty="0"/>
              <a:t>rd</a:t>
            </a:r>
            <a:r>
              <a:rPr lang="en-US" dirty="0"/>
              <a:t>, 2026</a:t>
            </a:r>
          </a:p>
        </p:txBody>
      </p:sp>
      <p:sp>
        <p:nvSpPr>
          <p:cNvPr id="6" name="Text Placeholder 5">
            <a:extLst>
              <a:ext uri="{FF2B5EF4-FFF2-40B4-BE49-F238E27FC236}">
                <a16:creationId xmlns:a16="http://schemas.microsoft.com/office/drawing/2014/main" id="{7218CC0F-0EF4-89DB-4F52-B6BE56A9F01C}"/>
              </a:ext>
            </a:extLst>
          </p:cNvPr>
          <p:cNvSpPr>
            <a:spLocks noGrp="1"/>
          </p:cNvSpPr>
          <p:nvPr>
            <p:ph type="body" sz="quarter" idx="19"/>
          </p:nvPr>
        </p:nvSpPr>
        <p:spPr/>
        <p:txBody>
          <a:bodyPr/>
          <a:lstStyle/>
          <a:p>
            <a:r>
              <a:rPr lang="en-US" dirty="0"/>
              <a:t>Chase Burchett, Hardware Engineer Stf</a:t>
            </a:r>
          </a:p>
        </p:txBody>
      </p:sp>
      <p:sp>
        <p:nvSpPr>
          <p:cNvPr id="7" name="Text Placeholder 6">
            <a:extLst>
              <a:ext uri="{FF2B5EF4-FFF2-40B4-BE49-F238E27FC236}">
                <a16:creationId xmlns:a16="http://schemas.microsoft.com/office/drawing/2014/main" id="{E4446EC9-46EF-7360-74C9-9A34C66A50DC}"/>
              </a:ext>
            </a:extLst>
          </p:cNvPr>
          <p:cNvSpPr>
            <a:spLocks noGrp="1"/>
          </p:cNvSpPr>
          <p:nvPr>
            <p:ph type="body" sz="quarter" idx="20"/>
          </p:nvPr>
        </p:nvSpPr>
        <p:spPr/>
        <p:txBody>
          <a:bodyPr>
            <a:normAutofit/>
          </a:bodyPr>
          <a:lstStyle/>
          <a:p>
            <a:r>
              <a:rPr lang="en-US" dirty="0"/>
              <a:t>2026 – Summer Internship Project </a:t>
            </a:r>
          </a:p>
        </p:txBody>
      </p:sp>
    </p:spTree>
    <p:extLst>
      <p:ext uri="{BB962C8B-B14F-4D97-AF65-F5344CB8AC3E}">
        <p14:creationId xmlns:p14="http://schemas.microsoft.com/office/powerpoint/2010/main" val="248867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77AE-EDA7-E9E7-062A-C7800B31FB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C067A0-41C5-EC8F-522C-7015DA089176}"/>
              </a:ext>
            </a:extLst>
          </p:cNvPr>
          <p:cNvSpPr>
            <a:spLocks noGrp="1"/>
          </p:cNvSpPr>
          <p:nvPr>
            <p:ph sz="quarter" idx="12"/>
          </p:nvPr>
        </p:nvSpPr>
        <p:spPr>
          <a:xfrm>
            <a:off x="2053859" y="1264157"/>
            <a:ext cx="9700088" cy="1658152"/>
          </a:xfrm>
        </p:spPr>
        <p:txBody>
          <a:bodyPr lIns="91440" tIns="45720" rIns="91440" bIns="45720" anchor="t"/>
          <a:lstStyle/>
          <a:p>
            <a:pPr algn="just"/>
            <a:r>
              <a:rPr lang="en-US" sz="1600" b="1" dirty="0">
                <a:solidFill>
                  <a:srgbClr val="002060"/>
                </a:solidFill>
                <a:latin typeface="Arial"/>
                <a:cs typeface="Arial"/>
              </a:rPr>
              <a:t>PROBLEM STATEMENT:</a:t>
            </a:r>
            <a:r>
              <a:rPr lang="en-US" sz="1600" dirty="0">
                <a:latin typeface="Arial"/>
                <a:cs typeface="Arial"/>
              </a:rPr>
              <a:t> Bad actors worldwide are leveraging low-cost commercially available drone technology to improvise aerial weapons in large quantities. Attacks from these weaponized unmanned aerial systems (UAS) have been dangerously effective and difficult to defend against. According to the Department of War, these attacks have “</a:t>
            </a:r>
            <a:r>
              <a:rPr lang="en-US" sz="1600" dirty="0">
                <a:latin typeface="Arial"/>
                <a:cs typeface="Arial"/>
                <a:hlinkClick r:id="rId3"/>
              </a:rPr>
              <a:t>fundamentally and irrevocably changed</a:t>
            </a:r>
            <a:r>
              <a:rPr lang="en-US" sz="1600" dirty="0">
                <a:latin typeface="Arial"/>
                <a:cs typeface="Arial"/>
              </a:rPr>
              <a:t>” the military operational landscape. Accordingly, Lockheed Martin Training Logistics and Simulation (TLS) has tasked its 2026 summer interns to develop a low-fidelity counter UAS (cUAS) training system called the </a:t>
            </a:r>
            <a:r>
              <a:rPr lang="en-US" sz="1600" b="1" dirty="0">
                <a:latin typeface="Arial"/>
                <a:cs typeface="Arial"/>
              </a:rPr>
              <a:t>“Swarm Defense Trainer”</a:t>
            </a:r>
            <a:r>
              <a:rPr lang="en-US" sz="1600" dirty="0">
                <a:latin typeface="Arial"/>
                <a:cs typeface="Arial"/>
              </a:rPr>
              <a:t>, or the </a:t>
            </a:r>
            <a:r>
              <a:rPr lang="en-US" sz="1600" b="1" dirty="0">
                <a:latin typeface="Arial"/>
                <a:cs typeface="Arial"/>
              </a:rPr>
              <a:t>SDT</a:t>
            </a:r>
            <a:r>
              <a:rPr lang="en-US" sz="1600" dirty="0">
                <a:latin typeface="Arial"/>
                <a:cs typeface="Arial"/>
              </a:rPr>
              <a:t>.</a:t>
            </a:r>
          </a:p>
          <a:p>
            <a:pPr algn="just"/>
            <a:endParaRPr lang="en-US" sz="1600" dirty="0">
              <a:latin typeface="Arial"/>
              <a:cs typeface="Arial"/>
            </a:endParaRPr>
          </a:p>
        </p:txBody>
      </p:sp>
      <p:sp>
        <p:nvSpPr>
          <p:cNvPr id="3" name="Title 2">
            <a:extLst>
              <a:ext uri="{FF2B5EF4-FFF2-40B4-BE49-F238E27FC236}">
                <a16:creationId xmlns:a16="http://schemas.microsoft.com/office/drawing/2014/main" id="{5A4E0CA8-4CAF-2B86-52C2-8C1127497552}"/>
              </a:ext>
            </a:extLst>
          </p:cNvPr>
          <p:cNvSpPr>
            <a:spLocks noGrp="1"/>
          </p:cNvSpPr>
          <p:nvPr>
            <p:ph type="title"/>
          </p:nvPr>
        </p:nvSpPr>
        <p:spPr/>
        <p:txBody>
          <a:bodyPr lIns="91440" tIns="45720" rIns="91440" bIns="45720" anchor="t"/>
          <a:lstStyle/>
          <a:p>
            <a:r>
              <a:rPr lang="en-US" dirty="0">
                <a:latin typeface="Arial"/>
                <a:cs typeface="Arial"/>
              </a:rPr>
              <a:t>2026 Intern Project – TLS (Training, Logistics, Simulation)</a:t>
            </a:r>
            <a:endParaRPr lang="en-US" dirty="0"/>
          </a:p>
        </p:txBody>
      </p:sp>
      <p:sp>
        <p:nvSpPr>
          <p:cNvPr id="16" name="Oval 15">
            <a:extLst>
              <a:ext uri="{FF2B5EF4-FFF2-40B4-BE49-F238E27FC236}">
                <a16:creationId xmlns:a16="http://schemas.microsoft.com/office/drawing/2014/main" id="{AB7EAA2E-4C3C-8366-D856-B06EF6B53E5F}"/>
              </a:ext>
            </a:extLst>
          </p:cNvPr>
          <p:cNvSpPr/>
          <p:nvPr/>
        </p:nvSpPr>
        <p:spPr>
          <a:xfrm>
            <a:off x="612649" y="3002435"/>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Oval 16">
            <a:extLst>
              <a:ext uri="{FF2B5EF4-FFF2-40B4-BE49-F238E27FC236}">
                <a16:creationId xmlns:a16="http://schemas.microsoft.com/office/drawing/2014/main" id="{205066B7-482E-D267-AFF4-2557AAED8F43}"/>
              </a:ext>
            </a:extLst>
          </p:cNvPr>
          <p:cNvSpPr/>
          <p:nvPr/>
        </p:nvSpPr>
        <p:spPr>
          <a:xfrm>
            <a:off x="612649" y="4752732"/>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4" name="Graphic 13" descr="Lightbulb and gear with solid fill">
            <a:extLst>
              <a:ext uri="{FF2B5EF4-FFF2-40B4-BE49-F238E27FC236}">
                <a16:creationId xmlns:a16="http://schemas.microsoft.com/office/drawing/2014/main" id="{FAA90F42-3236-2FD9-D590-E546BB5707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3014" y="4898901"/>
            <a:ext cx="886011" cy="886011"/>
          </a:xfrm>
          <a:prstGeom prst="rect">
            <a:avLst/>
          </a:prstGeom>
        </p:spPr>
      </p:pic>
      <p:pic>
        <p:nvPicPr>
          <p:cNvPr id="21" name="Graphic 20" descr="Programmer male with solid fill">
            <a:extLst>
              <a:ext uri="{FF2B5EF4-FFF2-40B4-BE49-F238E27FC236}">
                <a16:creationId xmlns:a16="http://schemas.microsoft.com/office/drawing/2014/main" id="{EFF5F430-C3A4-C4F3-74E9-70CB006C9E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4624" y="3078978"/>
            <a:ext cx="914400" cy="914400"/>
          </a:xfrm>
          <a:prstGeom prst="rect">
            <a:avLst/>
          </a:prstGeom>
        </p:spPr>
      </p:pic>
      <p:sp>
        <p:nvSpPr>
          <p:cNvPr id="23" name="TextBox 22">
            <a:extLst>
              <a:ext uri="{FF2B5EF4-FFF2-40B4-BE49-F238E27FC236}">
                <a16:creationId xmlns:a16="http://schemas.microsoft.com/office/drawing/2014/main" id="{A0D813EE-005A-3938-35BC-CFC8FF5B0417}"/>
              </a:ext>
            </a:extLst>
          </p:cNvPr>
          <p:cNvSpPr txBox="1"/>
          <p:nvPr/>
        </p:nvSpPr>
        <p:spPr>
          <a:xfrm>
            <a:off x="2053856" y="4659708"/>
            <a:ext cx="10040118"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Arial"/>
                <a:ea typeface="+mn-ea"/>
                <a:cs typeface="Arial"/>
              </a:rPr>
              <a:t>SCOPE: </a:t>
            </a:r>
            <a:r>
              <a:rPr kumimoji="0" lang="en-US" sz="1600" b="1" i="0" u="none" strike="noStrike" kern="1200" cap="none" spc="0" normalizeH="0" baseline="0" noProof="0" dirty="0">
                <a:ln>
                  <a:noFill/>
                </a:ln>
                <a:solidFill>
                  <a:srgbClr val="000000"/>
                </a:solidFill>
                <a:effectLst/>
                <a:uLnTx/>
                <a:uFillTx/>
                <a:latin typeface="Arial"/>
                <a:ea typeface="+mn-ea"/>
                <a:cs typeface="Arial"/>
              </a:rPr>
              <a:t>8-week execution from June 8</a:t>
            </a:r>
            <a:r>
              <a:rPr kumimoji="0" lang="en-US" sz="1600" b="1" i="0" u="none" strike="noStrike" kern="1200" cap="none" spc="0" normalizeH="0" baseline="30000" noProof="0" dirty="0">
                <a:ln>
                  <a:noFill/>
                </a:ln>
                <a:solidFill>
                  <a:srgbClr val="000000"/>
                </a:solidFill>
                <a:effectLst/>
                <a:uLnTx/>
                <a:uFillTx/>
                <a:latin typeface="Arial"/>
                <a:ea typeface="+mn-ea"/>
                <a:cs typeface="Arial"/>
              </a:rPr>
              <a:t>th</a:t>
            </a:r>
            <a:r>
              <a:rPr kumimoji="0" lang="en-US" sz="1600" b="1" i="0" u="none" strike="noStrike" kern="1200" cap="none" spc="0" normalizeH="0" baseline="0" noProof="0" dirty="0">
                <a:ln>
                  <a:noFill/>
                </a:ln>
                <a:solidFill>
                  <a:srgbClr val="000000"/>
                </a:solidFill>
                <a:effectLst/>
                <a:uLnTx/>
                <a:uFillTx/>
                <a:latin typeface="Arial"/>
                <a:ea typeface="+mn-ea"/>
                <a:cs typeface="Arial"/>
              </a:rPr>
              <a:t> kickoff to July 30</a:t>
            </a:r>
            <a:r>
              <a:rPr kumimoji="0" lang="en-US" sz="1600" b="1" i="0" u="none" strike="noStrike" kern="1200" cap="none" spc="0" normalizeH="0" baseline="30000" noProof="0" dirty="0">
                <a:ln>
                  <a:noFill/>
                </a:ln>
                <a:solidFill>
                  <a:srgbClr val="000000"/>
                </a:solidFill>
                <a:effectLst/>
                <a:uLnTx/>
                <a:uFillTx/>
                <a:latin typeface="Arial"/>
                <a:ea typeface="+mn-ea"/>
                <a:cs typeface="Arial"/>
              </a:rPr>
              <a:t>th</a:t>
            </a:r>
            <a:r>
              <a:rPr kumimoji="0" lang="en-US" sz="1600" b="1" i="0" u="none" strike="noStrike" kern="1200" cap="none" spc="0" normalizeH="0" baseline="0" noProof="0" dirty="0">
                <a:ln>
                  <a:noFill/>
                </a:ln>
                <a:solidFill>
                  <a:srgbClr val="000000"/>
                </a:solidFill>
                <a:effectLst/>
                <a:uLnTx/>
                <a:uFillTx/>
                <a:latin typeface="Arial"/>
                <a:ea typeface="+mn-ea"/>
                <a:cs typeface="Arial"/>
              </a:rPr>
              <a:t> demonstration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Arial"/>
              </a:rPr>
              <a:t>The 2026 Summer Interns will be divided into two interdisciplinary teams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Arial"/>
              </a:rPr>
              <a:t>Software Development: Interns will develop a simple training game in Unreal Engine 5</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Arial"/>
              </a:rPr>
              <a:t>Hardware Development: Interns will design, fabricate, and assemble a physical training device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Arial"/>
              </a:rPr>
              <a:t>System Integration: Interns will integrate the hardware with the training game software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a:ea typeface="+mn-ea"/>
                <a:cs typeface="Arial"/>
              </a:rPr>
              <a:t>Gameplay: Interns &amp; stakeholders will test the trainer, documenting a list of future improvement ideas</a:t>
            </a:r>
          </a:p>
        </p:txBody>
      </p:sp>
      <p:sp>
        <p:nvSpPr>
          <p:cNvPr id="5" name="TextBox 4">
            <a:extLst>
              <a:ext uri="{FF2B5EF4-FFF2-40B4-BE49-F238E27FC236}">
                <a16:creationId xmlns:a16="http://schemas.microsoft.com/office/drawing/2014/main" id="{4A52DA20-B2AD-3E58-A1EA-3DA48892A2B3}"/>
              </a:ext>
            </a:extLst>
          </p:cNvPr>
          <p:cNvSpPr txBox="1"/>
          <p:nvPr/>
        </p:nvSpPr>
        <p:spPr>
          <a:xfrm>
            <a:off x="2053857" y="3344556"/>
            <a:ext cx="4304135"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Arial"/>
                <a:ea typeface="+mn-ea"/>
                <a:cs typeface="Arial"/>
              </a:rPr>
              <a:t>SUBJECT MATTER EXPERT: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Arial"/>
              </a:rPr>
              <a:t>Chase Burchett – Hardware Engineer Stf</a:t>
            </a:r>
          </a:p>
        </p:txBody>
      </p:sp>
      <p:sp>
        <p:nvSpPr>
          <p:cNvPr id="7" name="Oval 6">
            <a:extLst>
              <a:ext uri="{FF2B5EF4-FFF2-40B4-BE49-F238E27FC236}">
                <a16:creationId xmlns:a16="http://schemas.microsoft.com/office/drawing/2014/main" id="{60374488-5998-9007-8461-815B9570E57F}"/>
              </a:ext>
            </a:extLst>
          </p:cNvPr>
          <p:cNvSpPr/>
          <p:nvPr/>
        </p:nvSpPr>
        <p:spPr>
          <a:xfrm>
            <a:off x="626842" y="1252137"/>
            <a:ext cx="1178351" cy="1178351"/>
          </a:xfrm>
          <a:prstGeom prst="ellipse">
            <a:avLst/>
          </a:prstGeom>
          <a:solidFill>
            <a:schemeClr val="accent5">
              <a:lumMod val="40000"/>
              <a:lumOff val="60000"/>
            </a:schemeClr>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8" name="Group 7">
            <a:extLst>
              <a:ext uri="{FF2B5EF4-FFF2-40B4-BE49-F238E27FC236}">
                <a16:creationId xmlns:a16="http://schemas.microsoft.com/office/drawing/2014/main" id="{AD6E80A3-179B-44F3-770A-D4CE69AA281E}"/>
              </a:ext>
            </a:extLst>
          </p:cNvPr>
          <p:cNvGrpSpPr/>
          <p:nvPr/>
        </p:nvGrpSpPr>
        <p:grpSpPr>
          <a:xfrm>
            <a:off x="672175" y="1297470"/>
            <a:ext cx="1087683" cy="1087684"/>
            <a:chOff x="6238664" y="3743503"/>
            <a:chExt cx="1435448" cy="1435448"/>
          </a:xfrm>
        </p:grpSpPr>
        <p:pic>
          <p:nvPicPr>
            <p:cNvPr id="9" name="Graphic 8" descr="Processor outline">
              <a:extLst>
                <a:ext uri="{FF2B5EF4-FFF2-40B4-BE49-F238E27FC236}">
                  <a16:creationId xmlns:a16="http://schemas.microsoft.com/office/drawing/2014/main" id="{40DE471F-13BD-C77D-3015-71303ED20F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38664" y="3743503"/>
              <a:ext cx="1435448" cy="1435448"/>
            </a:xfrm>
            <a:prstGeom prst="rect">
              <a:avLst/>
            </a:prstGeom>
          </p:spPr>
        </p:pic>
        <p:pic>
          <p:nvPicPr>
            <p:cNvPr id="10" name="Graphic 9" descr="Artificial Intelligence with solid fill">
              <a:extLst>
                <a:ext uri="{FF2B5EF4-FFF2-40B4-BE49-F238E27FC236}">
                  <a16:creationId xmlns:a16="http://schemas.microsoft.com/office/drawing/2014/main" id="{6C89339A-61F7-374F-1F30-7A3DD1B4081F}"/>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2044" y="4215422"/>
              <a:ext cx="484747" cy="484747"/>
            </a:xfrm>
            <a:prstGeom prst="rect">
              <a:avLst/>
            </a:prstGeom>
          </p:spPr>
        </p:pic>
      </p:grpSp>
      <p:grpSp>
        <p:nvGrpSpPr>
          <p:cNvPr id="6" name="Group 5">
            <a:extLst>
              <a:ext uri="{FF2B5EF4-FFF2-40B4-BE49-F238E27FC236}">
                <a16:creationId xmlns:a16="http://schemas.microsoft.com/office/drawing/2014/main" id="{3286C765-8D72-D8E7-B578-4122662BAE54}"/>
              </a:ext>
            </a:extLst>
          </p:cNvPr>
          <p:cNvGrpSpPr/>
          <p:nvPr/>
        </p:nvGrpSpPr>
        <p:grpSpPr>
          <a:xfrm>
            <a:off x="6096000" y="2772078"/>
            <a:ext cx="2534565" cy="1729729"/>
            <a:chOff x="6246116" y="2793681"/>
            <a:chExt cx="2534565" cy="1729729"/>
          </a:xfrm>
        </p:grpSpPr>
        <p:pic>
          <p:nvPicPr>
            <p:cNvPr id="1026" name="Picture 2" descr="VN-100 SMD &amp; Rugged_New">
              <a:extLst>
                <a:ext uri="{FF2B5EF4-FFF2-40B4-BE49-F238E27FC236}">
                  <a16:creationId xmlns:a16="http://schemas.microsoft.com/office/drawing/2014/main" id="{E2B5511B-E1D1-BE77-06CF-4FBA726847CB}"/>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3159" b="34971"/>
            <a:stretch>
              <a:fillRect/>
            </a:stretch>
          </p:blipFill>
          <p:spPr bwMode="auto">
            <a:xfrm>
              <a:off x="6357992" y="2793681"/>
              <a:ext cx="2422689" cy="1686524"/>
            </a:xfrm>
            <a:prstGeom prst="rect">
              <a:avLst/>
            </a:prstGeom>
            <a:noFill/>
            <a:extLst>
              <a:ext uri="{909E8E84-426E-40DD-AFC4-6F175D3DCCD1}">
                <a14:hiddenFill xmlns:a14="http://schemas.microsoft.com/office/drawing/2010/main">
                  <a:solidFill>
                    <a:srgbClr val="FFFFFF"/>
                  </a:solidFill>
                </a14:hiddenFill>
              </a:ext>
            </a:extLst>
          </p:spPr>
        </p:pic>
        <p:sp>
          <p:nvSpPr>
            <p:cNvPr id="4" name="Isosceles Triangle 3">
              <a:extLst>
                <a:ext uri="{FF2B5EF4-FFF2-40B4-BE49-F238E27FC236}">
                  <a16:creationId xmlns:a16="http://schemas.microsoft.com/office/drawing/2014/main" id="{8BCE6DC0-E84F-0A7B-9FA0-3E7C7A6CC9E7}"/>
                </a:ext>
              </a:extLst>
            </p:cNvPr>
            <p:cNvSpPr/>
            <p:nvPr/>
          </p:nvSpPr>
          <p:spPr>
            <a:xfrm rot="21347249">
              <a:off x="6246116" y="3939394"/>
              <a:ext cx="999625" cy="584016"/>
            </a:xfrm>
            <a:prstGeom prst="triangle">
              <a:avLst>
                <a:gd name="adj" fmla="val 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11" name="Picture 2" descr="Lyra Sample Game Settings in Unreal Engine | Unreal Engine 5.7  Documentation | Epic Developer Community">
            <a:extLst>
              <a:ext uri="{FF2B5EF4-FFF2-40B4-BE49-F238E27FC236}">
                <a16:creationId xmlns:a16="http://schemas.microsoft.com/office/drawing/2014/main" id="{4696A83A-BB82-2B40-306A-E7EDBFC0ED3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76739" y="3041734"/>
            <a:ext cx="2402612" cy="1352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26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F4EB32-98DD-9D73-C232-3F8A1D685962}"/>
              </a:ext>
            </a:extLst>
          </p:cNvPr>
          <p:cNvSpPr>
            <a:spLocks noGrp="1"/>
          </p:cNvSpPr>
          <p:nvPr>
            <p:ph type="title"/>
          </p:nvPr>
        </p:nvSpPr>
        <p:spPr>
          <a:xfrm>
            <a:off x="101020" y="101900"/>
            <a:ext cx="11005457" cy="684362"/>
          </a:xfrm>
        </p:spPr>
        <p:txBody>
          <a:bodyPr>
            <a:normAutofit/>
          </a:bodyPr>
          <a:lstStyle/>
          <a:p>
            <a:r>
              <a:rPr lang="en-US" dirty="0"/>
              <a:t>TLS 2026 SOW Recap</a:t>
            </a:r>
          </a:p>
        </p:txBody>
      </p:sp>
      <p:cxnSp>
        <p:nvCxnSpPr>
          <p:cNvPr id="3" name="Straight Connector 2">
            <a:extLst>
              <a:ext uri="{FF2B5EF4-FFF2-40B4-BE49-F238E27FC236}">
                <a16:creationId xmlns:a16="http://schemas.microsoft.com/office/drawing/2014/main" id="{BF857288-D3E3-83A0-C037-F73DEF8AD9EF}"/>
              </a:ext>
            </a:extLst>
          </p:cNvPr>
          <p:cNvCxnSpPr/>
          <p:nvPr/>
        </p:nvCxnSpPr>
        <p:spPr>
          <a:xfrm>
            <a:off x="289714" y="3010278"/>
            <a:ext cx="11538859" cy="0"/>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a:extLst>
              <a:ext uri="{FF2B5EF4-FFF2-40B4-BE49-F238E27FC236}">
                <a16:creationId xmlns:a16="http://schemas.microsoft.com/office/drawing/2014/main" id="{2A8AE509-E478-26EB-104B-84B2E0F96506}"/>
              </a:ext>
            </a:extLst>
          </p:cNvPr>
          <p:cNvCxnSpPr>
            <a:cxnSpLocks/>
          </p:cNvCxnSpPr>
          <p:nvPr/>
        </p:nvCxnSpPr>
        <p:spPr>
          <a:xfrm flipV="1">
            <a:off x="6059143" y="583941"/>
            <a:ext cx="0" cy="5914829"/>
          </a:xfrm>
          <a:prstGeom prst="line">
            <a:avLst/>
          </a:prstGeom>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A6FB63BE-F9BF-88DC-1801-7A5BBC217531}"/>
              </a:ext>
            </a:extLst>
          </p:cNvPr>
          <p:cNvSpPr txBox="1"/>
          <p:nvPr/>
        </p:nvSpPr>
        <p:spPr>
          <a:xfrm>
            <a:off x="289714" y="3044601"/>
            <a:ext cx="5802088" cy="3719416"/>
          </a:xfrm>
          <a:prstGeom prst="rect">
            <a:avLst/>
          </a:prstGeom>
          <a:noFill/>
        </p:spPr>
        <p:txBody>
          <a:bodyPr wrap="square" rtlCol="0">
            <a:spAutoFit/>
          </a:bodyPr>
          <a:lstStyle/>
          <a:p>
            <a:r>
              <a:rPr lang="en-US" u="sng" dirty="0"/>
              <a:t>Assumptions/Constraints:</a:t>
            </a:r>
          </a:p>
          <a:p>
            <a:pPr marL="342900" marR="0" lvl="0" indent="-342900">
              <a:lnSpc>
                <a:spcPct val="104000"/>
              </a:lnSpc>
              <a:spcBef>
                <a:spcPts val="0"/>
              </a:spcBef>
              <a:spcAft>
                <a:spcPts val="0"/>
              </a:spcAft>
              <a:buFont typeface="Symbol" panose="05050102010706020507" pitchFamily="18" charset="2"/>
              <a:buChar char=""/>
            </a:pPr>
            <a:r>
              <a:rPr lang="en-US" sz="1600" dirty="0">
                <a:solidFill>
                  <a:srgbClr val="002060"/>
                </a:solidFill>
                <a:latin typeface="Times New Roman" panose="02020603050405020304" pitchFamily="18" charset="0"/>
              </a:rPr>
              <a:t>A VectorNAV </a:t>
            </a:r>
            <a:r>
              <a:rPr lang="en-US" sz="1600" dirty="0">
                <a:solidFill>
                  <a:srgbClr val="002060"/>
                </a:solidFill>
                <a:latin typeface="Times New Roman" panose="02020603050405020304" pitchFamily="18" charset="0"/>
                <a:hlinkClick r:id="rId2"/>
              </a:rPr>
              <a:t>VN-100 device </a:t>
            </a:r>
            <a:r>
              <a:rPr lang="en-US" sz="1600" dirty="0">
                <a:solidFill>
                  <a:srgbClr val="002060"/>
                </a:solidFill>
                <a:latin typeface="Times New Roman" panose="02020603050405020304" pitchFamily="18" charset="0"/>
              </a:rPr>
              <a:t>will be provided to each team</a:t>
            </a:r>
          </a:p>
          <a:p>
            <a:pPr marL="342900" marR="0" lvl="0" indent="-342900">
              <a:lnSpc>
                <a:spcPct val="104000"/>
              </a:lnSpc>
              <a:spcBef>
                <a:spcPts val="0"/>
              </a:spcBef>
              <a:spcAft>
                <a:spcPts val="0"/>
              </a:spcAft>
              <a:buFont typeface="Symbol" panose="05050102010706020507" pitchFamily="18" charset="2"/>
              <a:buChar char=""/>
            </a:pPr>
            <a:r>
              <a:rPr lang="en-US" sz="1600" dirty="0">
                <a:solidFill>
                  <a:srgbClr val="002060"/>
                </a:solidFill>
                <a:latin typeface="Times New Roman" panose="02020603050405020304" pitchFamily="18" charset="0"/>
              </a:rPr>
              <a:t>Each team will have multiple interns with Tier 3 LM laptops</a:t>
            </a:r>
          </a:p>
          <a:p>
            <a:pPr marL="800100" lvl="1" indent="-342900">
              <a:lnSpc>
                <a:spcPct val="104000"/>
              </a:lnSpc>
              <a:buFont typeface="Symbol" panose="05050102010706020507" pitchFamily="18" charset="2"/>
              <a:buChar char=""/>
            </a:pPr>
            <a:r>
              <a:rPr lang="en-US" sz="1400" dirty="0">
                <a:solidFill>
                  <a:srgbClr val="002060"/>
                </a:solidFill>
                <a:latin typeface="Times New Roman" panose="02020603050405020304" pitchFamily="18" charset="0"/>
              </a:rPr>
              <a:t>Goal: 1/3 of  the interns on each team receive a Tier 3 laptop</a:t>
            </a:r>
          </a:p>
          <a:p>
            <a:pPr marL="342900" marR="0" lvl="0" indent="-342900">
              <a:lnSpc>
                <a:spcPct val="104000"/>
              </a:lnSpc>
              <a:spcBef>
                <a:spcPts val="0"/>
              </a:spcBef>
              <a:spcAft>
                <a:spcPts val="0"/>
              </a:spcAft>
              <a:buFont typeface="Symbol" panose="05050102010706020507" pitchFamily="18" charset="2"/>
              <a:buChar char=""/>
            </a:pPr>
            <a:r>
              <a:rPr lang="en-US" sz="1600" dirty="0">
                <a:solidFill>
                  <a:srgbClr val="002060"/>
                </a:solidFill>
                <a:latin typeface="Times New Roman" panose="02020603050405020304" pitchFamily="18" charset="0"/>
              </a:rPr>
              <a:t>Each Tier 3 Laptop will have Unreal Engine 5 installed</a:t>
            </a:r>
          </a:p>
          <a:p>
            <a:pPr marL="342900" marR="0" lvl="0" indent="-342900">
              <a:lnSpc>
                <a:spcPct val="104000"/>
              </a:lnSpc>
              <a:spcBef>
                <a:spcPts val="0"/>
              </a:spcBef>
              <a:spcAft>
                <a:spcPts val="0"/>
              </a:spcAft>
              <a:buFont typeface="Symbol" panose="05050102010706020507" pitchFamily="18" charset="2"/>
              <a:buChar char=""/>
            </a:pPr>
            <a:r>
              <a:rPr lang="en-US" sz="1600" dirty="0">
                <a:solidFill>
                  <a:srgbClr val="002060"/>
                </a:solidFill>
                <a:latin typeface="Times New Roman" panose="02020603050405020304" pitchFamily="18" charset="0"/>
              </a:rPr>
              <a:t>Stakeholders will be available to provide input for the duration of the project.</a:t>
            </a:r>
          </a:p>
          <a:p>
            <a:pPr marL="342900" marR="0" lvl="0" indent="-342900">
              <a:lnSpc>
                <a:spcPct val="104000"/>
              </a:lnSpc>
              <a:spcBef>
                <a:spcPts val="0"/>
              </a:spcBef>
              <a:spcAft>
                <a:spcPts val="25"/>
              </a:spcAft>
              <a:buFont typeface="Symbol" panose="05050102010706020507" pitchFamily="18" charset="2"/>
              <a:buChar char=""/>
            </a:pPr>
            <a:r>
              <a:rPr lang="en-US" sz="1600" dirty="0">
                <a:solidFill>
                  <a:srgbClr val="002060"/>
                </a:solidFill>
                <a:latin typeface="Times New Roman" panose="02020603050405020304" pitchFamily="18" charset="0"/>
              </a:rPr>
              <a:t>Stakeholders will meet with teams on a periodic basis to check progress.</a:t>
            </a:r>
          </a:p>
          <a:p>
            <a:pPr marL="342900" marR="0" lvl="0" indent="-342900">
              <a:lnSpc>
                <a:spcPct val="104000"/>
              </a:lnSpc>
              <a:spcBef>
                <a:spcPts val="0"/>
              </a:spcBef>
              <a:spcAft>
                <a:spcPts val="0"/>
              </a:spcAft>
              <a:buFont typeface="Symbol" panose="05050102010706020507" pitchFamily="18" charset="2"/>
              <a:buChar char=""/>
            </a:pPr>
            <a:r>
              <a:rPr lang="en-US" sz="1600" dirty="0">
                <a:solidFill>
                  <a:srgbClr val="002060"/>
                </a:solidFill>
                <a:latin typeface="Times New Roman" panose="02020603050405020304" pitchFamily="18" charset="0"/>
              </a:rPr>
              <a:t>Teams will engage with stakeholders early and throughout the project to ensure that their needs are understood and addressed.</a:t>
            </a:r>
          </a:p>
          <a:p>
            <a:pPr marL="342900" marR="0" lvl="0" indent="-342900">
              <a:lnSpc>
                <a:spcPct val="104000"/>
              </a:lnSpc>
              <a:spcBef>
                <a:spcPts val="0"/>
              </a:spcBef>
              <a:spcAft>
                <a:spcPts val="25"/>
              </a:spcAft>
              <a:buFont typeface="Symbol" panose="05050102010706020507" pitchFamily="18" charset="2"/>
              <a:buChar char=""/>
            </a:pPr>
            <a:r>
              <a:rPr lang="en-US" sz="1600" dirty="0">
                <a:solidFill>
                  <a:srgbClr val="002060"/>
                </a:solidFill>
                <a:latin typeface="Times New Roman" panose="02020603050405020304" pitchFamily="18" charset="0"/>
              </a:rPr>
              <a:t>The project will need to be </a:t>
            </a:r>
            <a:r>
              <a:rPr lang="en-US" sz="1600" dirty="0">
                <a:latin typeface="Times New Roman" panose="02020603050405020304" pitchFamily="18" charset="0"/>
              </a:rPr>
              <a:t>completed by </a:t>
            </a:r>
            <a:r>
              <a:rPr lang="en-US" sz="1600" b="1" dirty="0">
                <a:effectLst/>
                <a:latin typeface="Times New Roman" panose="02020603050405020304" pitchFamily="18" charset="0"/>
                <a:ea typeface="Times New Roman" panose="02020603050405020304" pitchFamily="18" charset="0"/>
              </a:rPr>
              <a:t>July 28</a:t>
            </a:r>
            <a:r>
              <a:rPr lang="en-US" sz="1600" b="1" baseline="30000" dirty="0">
                <a:effectLst/>
                <a:latin typeface="Times New Roman" panose="02020603050405020304" pitchFamily="18" charset="0"/>
                <a:ea typeface="Times New Roman" panose="02020603050405020304" pitchFamily="18" charset="0"/>
              </a:rPr>
              <a:t>th</a:t>
            </a:r>
            <a:r>
              <a:rPr lang="en-US" sz="1600" b="1" dirty="0">
                <a:effectLst/>
                <a:latin typeface="Times New Roman" panose="02020603050405020304" pitchFamily="18" charset="0"/>
                <a:ea typeface="Times New Roman" panose="02020603050405020304" pitchFamily="18" charset="0"/>
              </a:rPr>
              <a:t>, 2026</a:t>
            </a:r>
            <a:r>
              <a:rPr lang="en-US" sz="1600" dirty="0">
                <a:effectLst/>
                <a:latin typeface="Times New Roman" panose="02020603050405020304" pitchFamily="18" charset="0"/>
                <a:ea typeface="Times New Roman" panose="02020603050405020304" pitchFamily="18" charset="0"/>
              </a:rPr>
              <a:t>.  </a:t>
            </a:r>
          </a:p>
          <a:p>
            <a:pPr marR="0" lvl="0">
              <a:lnSpc>
                <a:spcPct val="104000"/>
              </a:lnSpc>
              <a:spcBef>
                <a:spcPts val="0"/>
              </a:spcBef>
              <a:spcAft>
                <a:spcPts val="25"/>
              </a:spcAft>
            </a:pPr>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
        <p:nvSpPr>
          <p:cNvPr id="8" name="TextBox 7">
            <a:extLst>
              <a:ext uri="{FF2B5EF4-FFF2-40B4-BE49-F238E27FC236}">
                <a16:creationId xmlns:a16="http://schemas.microsoft.com/office/drawing/2014/main" id="{56D0A7CA-8F83-28DB-B233-458F48DE8FD6}"/>
              </a:ext>
            </a:extLst>
          </p:cNvPr>
          <p:cNvSpPr txBox="1"/>
          <p:nvPr/>
        </p:nvSpPr>
        <p:spPr>
          <a:xfrm>
            <a:off x="6096001" y="543818"/>
            <a:ext cx="5994980" cy="1345753"/>
          </a:xfrm>
          <a:prstGeom prst="rect">
            <a:avLst/>
          </a:prstGeom>
          <a:noFill/>
        </p:spPr>
        <p:txBody>
          <a:bodyPr wrap="square" rtlCol="0">
            <a:spAutoFit/>
          </a:bodyPr>
          <a:lstStyle/>
          <a:p>
            <a:r>
              <a:rPr lang="en-US" u="sng" dirty="0"/>
              <a:t>Deliverables:</a:t>
            </a:r>
          </a:p>
          <a:p>
            <a:pPr marL="171450" marR="0" lvl="0" indent="-171450">
              <a:lnSpc>
                <a:spcPct val="104000"/>
              </a:lnSpc>
              <a:spcBef>
                <a:spcPts val="0"/>
              </a:spcBef>
              <a:spcAft>
                <a:spcPts val="0"/>
              </a:spcAft>
              <a:buFont typeface="Arial" panose="020B0604020202020204" pitchFamily="34" charset="0"/>
              <a:buChar char="•"/>
            </a:pPr>
            <a:r>
              <a:rPr lang="en-US" sz="1600" dirty="0">
                <a:solidFill>
                  <a:srgbClr val="002060"/>
                </a:solidFill>
                <a:latin typeface="Times New Roman" panose="02020603050405020304" pitchFamily="18" charset="0"/>
              </a:rPr>
              <a:t>A working Swarm Defense Trainer (SDT)</a:t>
            </a:r>
          </a:p>
          <a:p>
            <a:pPr marL="628650" lvl="1" indent="-171450">
              <a:lnSpc>
                <a:spcPct val="104000"/>
              </a:lnSpc>
              <a:buFont typeface="Arial" panose="020B0604020202020204" pitchFamily="34" charset="0"/>
              <a:buChar char="•"/>
            </a:pPr>
            <a:r>
              <a:rPr lang="en-US" sz="1400" i="1" dirty="0">
                <a:solidFill>
                  <a:srgbClr val="002060"/>
                </a:solidFill>
                <a:latin typeface="Times New Roman" panose="02020603050405020304" pitchFamily="18" charset="0"/>
              </a:rPr>
              <a:t>An integrated hardware and software product</a:t>
            </a:r>
          </a:p>
          <a:p>
            <a:pPr marL="171450" marR="0" lvl="0" indent="-171450">
              <a:lnSpc>
                <a:spcPct val="104000"/>
              </a:lnSpc>
              <a:spcBef>
                <a:spcPts val="0"/>
              </a:spcBef>
              <a:spcAft>
                <a:spcPts val="0"/>
              </a:spcAft>
              <a:buFont typeface="Arial" panose="020B0604020202020204" pitchFamily="34" charset="0"/>
              <a:buChar char="•"/>
            </a:pPr>
            <a:r>
              <a:rPr lang="en-US" sz="1600" dirty="0">
                <a:solidFill>
                  <a:srgbClr val="002060"/>
                </a:solidFill>
                <a:latin typeface="Times New Roman" panose="02020603050405020304" pitchFamily="18" charset="0"/>
              </a:rPr>
              <a:t>Product Presentation (PowerPoint)</a:t>
            </a:r>
          </a:p>
          <a:p>
            <a:pPr marL="171450" marR="0" lvl="0" indent="-171450">
              <a:lnSpc>
                <a:spcPct val="104000"/>
              </a:lnSpc>
              <a:spcBef>
                <a:spcPts val="0"/>
              </a:spcBef>
              <a:spcAft>
                <a:spcPts val="0"/>
              </a:spcAft>
              <a:buFont typeface="Arial" panose="020B0604020202020204" pitchFamily="34" charset="0"/>
              <a:buChar char="•"/>
            </a:pPr>
            <a:r>
              <a:rPr lang="en-US" sz="1600" dirty="0">
                <a:solidFill>
                  <a:srgbClr val="002060"/>
                </a:solidFill>
                <a:latin typeface="Times New Roman" panose="02020603050405020304" pitchFamily="18" charset="0"/>
              </a:rPr>
              <a:t>Tech Roadmap (PowerPoint)</a:t>
            </a:r>
          </a:p>
        </p:txBody>
      </p:sp>
      <p:sp>
        <p:nvSpPr>
          <p:cNvPr id="9" name="TextBox 8">
            <a:extLst>
              <a:ext uri="{FF2B5EF4-FFF2-40B4-BE49-F238E27FC236}">
                <a16:creationId xmlns:a16="http://schemas.microsoft.com/office/drawing/2014/main" id="{B1CD0270-964E-77D3-E274-66C96C2FC4CF}"/>
              </a:ext>
            </a:extLst>
          </p:cNvPr>
          <p:cNvSpPr txBox="1"/>
          <p:nvPr/>
        </p:nvSpPr>
        <p:spPr>
          <a:xfrm>
            <a:off x="6063341" y="3111768"/>
            <a:ext cx="6100196" cy="3513206"/>
          </a:xfrm>
          <a:prstGeom prst="rect">
            <a:avLst/>
          </a:prstGeom>
          <a:noFill/>
        </p:spPr>
        <p:txBody>
          <a:bodyPr wrap="square" rtlCol="0">
            <a:spAutoFit/>
          </a:bodyPr>
          <a:lstStyle/>
          <a:p>
            <a:r>
              <a:rPr lang="en-US" u="sng" dirty="0"/>
              <a:t>Requirements:</a:t>
            </a:r>
            <a:r>
              <a:rPr lang="en-US" dirty="0"/>
              <a:t> </a:t>
            </a:r>
            <a:r>
              <a:rPr lang="en-US" sz="1400" dirty="0"/>
              <a:t>(Most of the Functional)</a:t>
            </a:r>
            <a:endParaRPr lang="en-US" dirty="0"/>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SDT shall consist of custom hardware &amp; software</a:t>
            </a:r>
            <a:endParaRPr lang="en-US" sz="1600" dirty="0"/>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SDT gameplay shall be </a:t>
            </a:r>
            <a:r>
              <a:rPr lang="en-US" sz="1600" i="1" dirty="0">
                <a:solidFill>
                  <a:srgbClr val="002060"/>
                </a:solidFill>
                <a:latin typeface="Times New Roman" panose="02020603050405020304" pitchFamily="18" charset="0"/>
              </a:rPr>
              <a:t>first-person shooter </a:t>
            </a:r>
            <a:r>
              <a:rPr lang="en-US" sz="1600" dirty="0">
                <a:solidFill>
                  <a:srgbClr val="002060"/>
                </a:solidFill>
                <a:latin typeface="Times New Roman" panose="02020603050405020304" pitchFamily="18" charset="0"/>
              </a:rPr>
              <a:t>style</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game shall be single player</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Gameplay shall last for at least 30 seconds</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user shall defeat (shoot) incoming autonomous vehicles</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Game shall have Scoring System</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game shall keep a Top-10 score board</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Game shall include hand-held hardware</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VN-100 device shall be mounted to the hand-held hardware</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aim of the weapon in the game shall be controlled by the orientation of the VN-100 via a custom plug-in for Unreal Engine</a:t>
            </a:r>
          </a:p>
          <a:p>
            <a:pPr marL="457200" indent="-285750">
              <a:lnSpc>
                <a:spcPct val="107000"/>
              </a:lnSpc>
              <a:buFont typeface="Arial" panose="020B0604020202020204" pitchFamily="34" charset="0"/>
              <a:buChar char="•"/>
            </a:pPr>
            <a:r>
              <a:rPr lang="en-US" sz="1600" dirty="0">
                <a:solidFill>
                  <a:srgbClr val="002060"/>
                </a:solidFill>
                <a:latin typeface="Times New Roman" panose="02020603050405020304" pitchFamily="18" charset="0"/>
              </a:rPr>
              <a:t>The game shall have sound effects</a:t>
            </a:r>
          </a:p>
        </p:txBody>
      </p:sp>
      <p:sp>
        <p:nvSpPr>
          <p:cNvPr id="10" name="TextBox 9">
            <a:extLst>
              <a:ext uri="{FF2B5EF4-FFF2-40B4-BE49-F238E27FC236}">
                <a16:creationId xmlns:a16="http://schemas.microsoft.com/office/drawing/2014/main" id="{A42788C6-25D4-F574-6126-D54E6EEC4F95}"/>
              </a:ext>
            </a:extLst>
          </p:cNvPr>
          <p:cNvSpPr txBox="1"/>
          <p:nvPr/>
        </p:nvSpPr>
        <p:spPr>
          <a:xfrm>
            <a:off x="293912" y="583941"/>
            <a:ext cx="5540830" cy="2146100"/>
          </a:xfrm>
          <a:prstGeom prst="rect">
            <a:avLst/>
          </a:prstGeom>
          <a:noFill/>
        </p:spPr>
        <p:txBody>
          <a:bodyPr wrap="square" rtlCol="0">
            <a:spAutoFit/>
          </a:bodyPr>
          <a:lstStyle/>
          <a:p>
            <a:r>
              <a:rPr lang="en-US" u="sng" dirty="0"/>
              <a:t>Scope / Background: </a:t>
            </a:r>
            <a:r>
              <a:rPr lang="en-US" dirty="0"/>
              <a:t>(Simplified)</a:t>
            </a:r>
          </a:p>
          <a:p>
            <a:pPr marL="171450" marR="0" indent="-171450">
              <a:lnSpc>
                <a:spcPct val="104000"/>
              </a:lnSpc>
              <a:spcBef>
                <a:spcPts val="0"/>
              </a:spcBef>
              <a:spcAft>
                <a:spcPts val="25"/>
              </a:spcAft>
              <a:buFont typeface="Arial" panose="020B0604020202020204" pitchFamily="34" charset="0"/>
              <a:buChar char="•"/>
            </a:pPr>
            <a:r>
              <a:rPr lang="en-US" sz="1600" dirty="0">
                <a:solidFill>
                  <a:srgbClr val="002060"/>
                </a:solidFill>
                <a:latin typeface="Times New Roman" panose="02020603050405020304" pitchFamily="18" charset="0"/>
              </a:rPr>
              <a:t>Teams are to design, build, integrate, and demonstrate a first-person shooter style simulation game which will train soldiers to defend high-value assets against drone swarm attacks</a:t>
            </a:r>
          </a:p>
          <a:p>
            <a:pPr marL="171450" indent="-171450">
              <a:lnSpc>
                <a:spcPct val="104000"/>
              </a:lnSpc>
              <a:spcAft>
                <a:spcPts val="25"/>
              </a:spcAft>
              <a:buFont typeface="Arial" panose="020B0604020202020204" pitchFamily="34" charset="0"/>
              <a:buChar char="•"/>
            </a:pPr>
            <a:endParaRPr lang="en-US" sz="1600" b="1" dirty="0">
              <a:solidFill>
                <a:srgbClr val="002060"/>
              </a:solidFill>
              <a:latin typeface="Times New Roman" panose="02020603050405020304" pitchFamily="18" charset="0"/>
            </a:endParaRPr>
          </a:p>
          <a:p>
            <a:pPr marL="171450" indent="-171450">
              <a:lnSpc>
                <a:spcPct val="104000"/>
              </a:lnSpc>
              <a:spcAft>
                <a:spcPts val="25"/>
              </a:spcAft>
              <a:buFont typeface="Arial" panose="020B0604020202020204" pitchFamily="34" charset="0"/>
              <a:buChar char="•"/>
            </a:pPr>
            <a:r>
              <a:rPr lang="en-US" sz="1600" b="1" dirty="0">
                <a:solidFill>
                  <a:srgbClr val="002060"/>
                </a:solidFill>
                <a:latin typeface="Times New Roman" panose="02020603050405020304" pitchFamily="18" charset="0"/>
              </a:rPr>
              <a:t>Background</a:t>
            </a:r>
            <a:r>
              <a:rPr lang="en-US" sz="1600" dirty="0">
                <a:solidFill>
                  <a:srgbClr val="002060"/>
                </a:solidFill>
                <a:latin typeface="Times New Roman" panose="02020603050405020304" pitchFamily="18" charset="0"/>
              </a:rPr>
              <a:t>: A new “Swarm Defense Trainer” must be developed in response to the rise in attacks from improvised aerial weapons. </a:t>
            </a:r>
          </a:p>
        </p:txBody>
      </p:sp>
      <p:sp>
        <p:nvSpPr>
          <p:cNvPr id="11" name="TextBox 10">
            <a:extLst>
              <a:ext uri="{FF2B5EF4-FFF2-40B4-BE49-F238E27FC236}">
                <a16:creationId xmlns:a16="http://schemas.microsoft.com/office/drawing/2014/main" id="{188609BD-3547-F36D-8737-C71705E62C32}"/>
              </a:ext>
            </a:extLst>
          </p:cNvPr>
          <p:cNvSpPr txBox="1"/>
          <p:nvPr/>
        </p:nvSpPr>
        <p:spPr>
          <a:xfrm>
            <a:off x="7333488" y="0"/>
            <a:ext cx="4858512" cy="369332"/>
          </a:xfrm>
          <a:prstGeom prst="rect">
            <a:avLst/>
          </a:prstGeom>
          <a:noFill/>
        </p:spPr>
        <p:txBody>
          <a:bodyPr wrap="square" rtlCol="0">
            <a:spAutoFit/>
          </a:bodyPr>
          <a:lstStyle/>
          <a:p>
            <a:r>
              <a:rPr lang="en-US" dirty="0"/>
              <a:t>2026 Intern Project: Swarm Defense Trainer (SDT)</a:t>
            </a:r>
          </a:p>
        </p:txBody>
      </p:sp>
    </p:spTree>
    <p:extLst>
      <p:ext uri="{BB962C8B-B14F-4D97-AF65-F5344CB8AC3E}">
        <p14:creationId xmlns:p14="http://schemas.microsoft.com/office/powerpoint/2010/main" val="1057668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D7AC10-94C1-13E8-D1C7-5F5233B6E9C0}"/>
              </a:ext>
            </a:extLst>
          </p:cNvPr>
          <p:cNvSpPr>
            <a:spLocks noGrp="1"/>
          </p:cNvSpPr>
          <p:nvPr>
            <p:ph type="title"/>
          </p:nvPr>
        </p:nvSpPr>
        <p:spPr/>
        <p:txBody>
          <a:bodyPr/>
          <a:lstStyle/>
          <a:p>
            <a:r>
              <a:rPr lang="en-US" dirty="0"/>
              <a:t>Trainer Selection Criteria</a:t>
            </a:r>
          </a:p>
        </p:txBody>
      </p:sp>
      <p:sp>
        <p:nvSpPr>
          <p:cNvPr id="6" name="Content Placeholder 1">
            <a:extLst>
              <a:ext uri="{FF2B5EF4-FFF2-40B4-BE49-F238E27FC236}">
                <a16:creationId xmlns:a16="http://schemas.microsoft.com/office/drawing/2014/main" id="{7535BA4A-E215-E375-9623-76786EA3AB06}"/>
              </a:ext>
            </a:extLst>
          </p:cNvPr>
          <p:cNvSpPr>
            <a:spLocks noGrp="1"/>
          </p:cNvSpPr>
          <p:nvPr>
            <p:ph sz="quarter" idx="12"/>
          </p:nvPr>
        </p:nvSpPr>
        <p:spPr>
          <a:xfrm>
            <a:off x="448056" y="1331912"/>
            <a:ext cx="3813048" cy="4520247"/>
          </a:xfrm>
        </p:spPr>
        <p:txBody>
          <a:bodyPr>
            <a:normAutofit lnSpcReduction="10000"/>
          </a:bodyPr>
          <a:lstStyle/>
          <a:p>
            <a:pPr marL="285750" indent="-285750">
              <a:buFont typeface="Arial" panose="020B0604020202020204" pitchFamily="34" charset="0"/>
              <a:buChar char="•"/>
            </a:pPr>
            <a:r>
              <a:rPr lang="en-US" dirty="0"/>
              <a:t>Working product</a:t>
            </a:r>
          </a:p>
          <a:p>
            <a:pPr marL="971550" lvl="1" indent="-285750"/>
            <a:r>
              <a:rPr lang="en-US" dirty="0">
                <a:hlinkClick r:id="rId3"/>
              </a:rPr>
              <a:t>Agile Principle #7 / 12</a:t>
            </a:r>
            <a:endParaRPr lang="en-US" dirty="0"/>
          </a:p>
          <a:p>
            <a:pPr marL="285750" indent="-285750">
              <a:buFont typeface="Arial" panose="020B0604020202020204" pitchFamily="34" charset="0"/>
              <a:buChar char="•"/>
            </a:pPr>
            <a:r>
              <a:rPr lang="en-US" dirty="0"/>
              <a:t>Immersion</a:t>
            </a:r>
          </a:p>
          <a:p>
            <a:pPr marL="971550" lvl="1" indent="-285750"/>
            <a:r>
              <a:rPr lang="en-US" dirty="0"/>
              <a:t>Look of map</a:t>
            </a:r>
          </a:p>
          <a:p>
            <a:pPr marL="971550" lvl="1" indent="-285750"/>
            <a:r>
              <a:rPr lang="en-US" dirty="0"/>
              <a:t>Sound effects</a:t>
            </a:r>
          </a:p>
          <a:p>
            <a:pPr marL="971550" lvl="1" indent="-285750"/>
            <a:r>
              <a:rPr lang="en-US" dirty="0"/>
              <a:t>Feel of hardware</a:t>
            </a:r>
          </a:p>
          <a:p>
            <a:pPr marL="285750" indent="-285750">
              <a:buFont typeface="Arial" panose="020B0604020202020204" pitchFamily="34" charset="0"/>
              <a:buChar char="•"/>
            </a:pPr>
            <a:r>
              <a:rPr lang="en-US" dirty="0"/>
              <a:t>Reliability</a:t>
            </a:r>
          </a:p>
          <a:p>
            <a:pPr marL="971550" lvl="1" indent="-285750"/>
            <a:r>
              <a:rPr lang="en-US" dirty="0"/>
              <a:t>Software: bug-free game play</a:t>
            </a:r>
          </a:p>
          <a:p>
            <a:pPr marL="971550" lvl="1" indent="-285750"/>
            <a:r>
              <a:rPr lang="en-US" dirty="0"/>
              <a:t>Hardware: quality, durability</a:t>
            </a:r>
          </a:p>
          <a:p>
            <a:pPr marL="285750" indent="-285750">
              <a:buFont typeface="Arial" panose="020B0604020202020204" pitchFamily="34" charset="0"/>
              <a:buChar char="•"/>
            </a:pPr>
            <a:r>
              <a:rPr lang="en-US" dirty="0"/>
              <a:t>Product Presentation</a:t>
            </a:r>
          </a:p>
          <a:p>
            <a:pPr marL="971550" lvl="1" indent="-285750"/>
            <a:r>
              <a:rPr lang="en-US" dirty="0"/>
              <a:t>Compelling features</a:t>
            </a:r>
          </a:p>
          <a:p>
            <a:pPr marL="971550" lvl="1" indent="-285750"/>
            <a:r>
              <a:rPr lang="en-US" dirty="0"/>
              <a:t>Engaging format</a:t>
            </a:r>
          </a:p>
          <a:p>
            <a:pPr marL="285750" indent="-285750">
              <a:buFont typeface="Arial" panose="020B0604020202020204" pitchFamily="34" charset="0"/>
              <a:buChar char="•"/>
            </a:pPr>
            <a:r>
              <a:rPr lang="en-US" dirty="0"/>
              <a:t>Tech Roadmap</a:t>
            </a:r>
          </a:p>
          <a:p>
            <a:pPr marL="971550" lvl="1" indent="-285750"/>
            <a:r>
              <a:rPr lang="en-US" dirty="0"/>
              <a:t>Customer-centric vision</a:t>
            </a:r>
          </a:p>
          <a:p>
            <a:pPr marL="971550" lvl="1" indent="-285750"/>
            <a:r>
              <a:rPr lang="en-US" dirty="0"/>
              <a:t>Viable </a:t>
            </a:r>
          </a:p>
        </p:txBody>
      </p:sp>
      <p:graphicFrame>
        <p:nvGraphicFramePr>
          <p:cNvPr id="4" name="Table 3">
            <a:extLst>
              <a:ext uri="{FF2B5EF4-FFF2-40B4-BE49-F238E27FC236}">
                <a16:creationId xmlns:a16="http://schemas.microsoft.com/office/drawing/2014/main" id="{48932D87-7591-5D0A-AF41-B7764070B7B8}"/>
              </a:ext>
            </a:extLst>
          </p:cNvPr>
          <p:cNvGraphicFramePr>
            <a:graphicFrameLocks noGrp="1"/>
          </p:cNvGraphicFramePr>
          <p:nvPr>
            <p:extLst>
              <p:ext uri="{D42A27DB-BD31-4B8C-83A1-F6EECF244321}">
                <p14:modId xmlns:p14="http://schemas.microsoft.com/office/powerpoint/2010/main" val="3969472998"/>
              </p:ext>
            </p:extLst>
          </p:nvPr>
        </p:nvGraphicFramePr>
        <p:xfrm>
          <a:off x="4543554" y="1487424"/>
          <a:ext cx="7334502" cy="3134360"/>
        </p:xfrm>
        <a:graphic>
          <a:graphicData uri="http://schemas.openxmlformats.org/drawingml/2006/table">
            <a:tbl>
              <a:tblPr firstRow="1" bandRow="1">
                <a:tableStyleId>{5C22544A-7EE6-4342-B048-85BDC9FD1C3A}</a:tableStyleId>
              </a:tblPr>
              <a:tblGrid>
                <a:gridCol w="2707638">
                  <a:extLst>
                    <a:ext uri="{9D8B030D-6E8A-4147-A177-3AD203B41FA5}">
                      <a16:colId xmlns:a16="http://schemas.microsoft.com/office/drawing/2014/main" val="3245565491"/>
                    </a:ext>
                  </a:extLst>
                </a:gridCol>
                <a:gridCol w="1356362">
                  <a:extLst>
                    <a:ext uri="{9D8B030D-6E8A-4147-A177-3AD203B41FA5}">
                      <a16:colId xmlns:a16="http://schemas.microsoft.com/office/drawing/2014/main" val="1782557726"/>
                    </a:ext>
                  </a:extLst>
                </a:gridCol>
                <a:gridCol w="1688590">
                  <a:extLst>
                    <a:ext uri="{9D8B030D-6E8A-4147-A177-3AD203B41FA5}">
                      <a16:colId xmlns:a16="http://schemas.microsoft.com/office/drawing/2014/main" val="3547425123"/>
                    </a:ext>
                  </a:extLst>
                </a:gridCol>
                <a:gridCol w="1581912">
                  <a:extLst>
                    <a:ext uri="{9D8B030D-6E8A-4147-A177-3AD203B41FA5}">
                      <a16:colId xmlns:a16="http://schemas.microsoft.com/office/drawing/2014/main" val="302436223"/>
                    </a:ext>
                  </a:extLst>
                </a:gridCol>
              </a:tblGrid>
              <a:tr h="370840">
                <a:tc>
                  <a:txBody>
                    <a:bodyPr/>
                    <a:lstStyle/>
                    <a:p>
                      <a:r>
                        <a:rPr lang="en-US" dirty="0"/>
                        <a:t>Category</a:t>
                      </a:r>
                    </a:p>
                  </a:txBody>
                  <a:tcPr/>
                </a:tc>
                <a:tc>
                  <a:txBody>
                    <a:bodyPr/>
                    <a:lstStyle/>
                    <a:p>
                      <a:pPr algn="ctr"/>
                      <a:r>
                        <a:rPr lang="en-US" dirty="0"/>
                        <a:t>Weight</a:t>
                      </a:r>
                    </a:p>
                  </a:txBody>
                  <a:tcPr/>
                </a:tc>
                <a:tc>
                  <a:txBody>
                    <a:bodyPr/>
                    <a:lstStyle/>
                    <a:p>
                      <a:pPr algn="ctr"/>
                      <a:r>
                        <a:rPr lang="en-US" dirty="0"/>
                        <a:t>Team 1</a:t>
                      </a:r>
                    </a:p>
                  </a:txBody>
                  <a:tcPr/>
                </a:tc>
                <a:tc>
                  <a:txBody>
                    <a:bodyPr/>
                    <a:lstStyle/>
                    <a:p>
                      <a:pPr algn="ctr"/>
                      <a:r>
                        <a:rPr lang="en-US" dirty="0"/>
                        <a:t>Team 2</a:t>
                      </a:r>
                    </a:p>
                  </a:txBody>
                  <a:tcPr/>
                </a:tc>
                <a:extLst>
                  <a:ext uri="{0D108BD9-81ED-4DB2-BD59-A6C34878D82A}">
                    <a16:rowId xmlns:a16="http://schemas.microsoft.com/office/drawing/2014/main" val="2296735951"/>
                  </a:ext>
                </a:extLst>
              </a:tr>
              <a:tr h="370840">
                <a:tc>
                  <a:txBody>
                    <a:bodyPr/>
                    <a:lstStyle/>
                    <a:p>
                      <a:r>
                        <a:rPr lang="en-US" dirty="0"/>
                        <a:t>Tech Maturity </a:t>
                      </a:r>
                      <a:br>
                        <a:rPr lang="en-US" dirty="0"/>
                      </a:br>
                      <a:r>
                        <a:rPr lang="en-US" dirty="0"/>
                        <a:t>(Working Product)</a:t>
                      </a:r>
                    </a:p>
                  </a:txBody>
                  <a:tcPr/>
                </a:tc>
                <a:tc>
                  <a:txBody>
                    <a:bodyPr/>
                    <a:lstStyle/>
                    <a:p>
                      <a:pPr algn="ctr"/>
                      <a:r>
                        <a:rPr lang="en-US" dirty="0"/>
                        <a:t> x 2.0</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661766048"/>
                  </a:ext>
                </a:extLst>
              </a:tr>
              <a:tr h="370840">
                <a:tc>
                  <a:txBody>
                    <a:bodyPr/>
                    <a:lstStyle/>
                    <a:p>
                      <a:r>
                        <a:rPr lang="en-US" dirty="0"/>
                        <a:t>Immersion</a:t>
                      </a:r>
                    </a:p>
                    <a:p>
                      <a:r>
                        <a:rPr lang="en-US" dirty="0"/>
                        <a:t>(Customer Experience)</a:t>
                      </a:r>
                    </a:p>
                  </a:txBody>
                  <a:tcPr/>
                </a:tc>
                <a:tc>
                  <a:txBody>
                    <a:bodyPr/>
                    <a:lstStyle/>
                    <a:p>
                      <a:pPr algn="ctr"/>
                      <a:r>
                        <a:rPr lang="en-US" dirty="0"/>
                        <a:t> x 1.5</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3955794403"/>
                  </a:ext>
                </a:extLst>
              </a:tr>
              <a:tr h="370840">
                <a:tc>
                  <a:txBody>
                    <a:bodyPr/>
                    <a:lstStyle/>
                    <a:p>
                      <a:r>
                        <a:rPr lang="en-US" dirty="0"/>
                        <a:t>Reliability &amp; Quality</a:t>
                      </a:r>
                    </a:p>
                  </a:txBody>
                  <a:tcPr/>
                </a:tc>
                <a:tc>
                  <a:txBody>
                    <a:bodyPr/>
                    <a:lstStyle/>
                    <a:p>
                      <a:pPr algn="ctr"/>
                      <a:r>
                        <a:rPr lang="en-US" dirty="0"/>
                        <a:t> x 1.5</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3572810468"/>
                  </a:ext>
                </a:extLst>
              </a:tr>
              <a:tr h="370840">
                <a:tc>
                  <a:txBody>
                    <a:bodyPr/>
                    <a:lstStyle/>
                    <a:p>
                      <a:r>
                        <a:rPr lang="en-US" dirty="0"/>
                        <a:t>Product Presentation</a:t>
                      </a:r>
                    </a:p>
                  </a:txBody>
                  <a:tcPr/>
                </a:tc>
                <a:tc>
                  <a:txBody>
                    <a:bodyPr/>
                    <a:lstStyle/>
                    <a:p>
                      <a:pPr algn="ctr"/>
                      <a:r>
                        <a:rPr lang="en-US" dirty="0"/>
                        <a:t> x 1.2</a:t>
                      </a:r>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541213142"/>
                  </a:ext>
                </a:extLst>
              </a:tr>
              <a:tr h="370840">
                <a:tc>
                  <a:txBody>
                    <a:bodyPr/>
                    <a:lstStyle/>
                    <a:p>
                      <a:r>
                        <a:rPr lang="en-US" dirty="0"/>
                        <a:t>Tech Roadmap</a:t>
                      </a:r>
                    </a:p>
                  </a:txBody>
                  <a:tcPr/>
                </a:tc>
                <a:tc>
                  <a:txBody>
                    <a:bodyPr/>
                    <a:lstStyle/>
                    <a:p>
                      <a:pPr algn="ctr"/>
                      <a:r>
                        <a:rPr lang="en-US" dirty="0"/>
                        <a:t> x 1.0</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4115977993"/>
                  </a:ext>
                </a:extLst>
              </a:tr>
              <a:tr h="370840">
                <a:tc gridSpan="2">
                  <a:txBody>
                    <a:bodyPr/>
                    <a:lstStyle/>
                    <a:p>
                      <a:pPr algn="r"/>
                      <a:r>
                        <a:rPr lang="en-US" b="1" dirty="0"/>
                        <a:t>TOTAL Score:</a:t>
                      </a:r>
                    </a:p>
                  </a:txBody>
                  <a:tcPr/>
                </a:tc>
                <a:tc hMerge="1">
                  <a:txBody>
                    <a:bodyPr/>
                    <a:lstStyle/>
                    <a:p>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3983084012"/>
                  </a:ext>
                </a:extLst>
              </a:tr>
            </a:tbl>
          </a:graphicData>
        </a:graphic>
      </p:graphicFrame>
    </p:spTree>
    <p:extLst>
      <p:ext uri="{BB962C8B-B14F-4D97-AF65-F5344CB8AC3E}">
        <p14:creationId xmlns:p14="http://schemas.microsoft.com/office/powerpoint/2010/main" val="3124587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543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0">
      <a:dk1>
        <a:srgbClr val="000000"/>
      </a:dk1>
      <a:lt1>
        <a:srgbClr val="FFFFFF"/>
      </a:lt1>
      <a:dk2>
        <a:srgbClr val="414042"/>
      </a:dk2>
      <a:lt2>
        <a:srgbClr val="F7F8F9"/>
      </a:lt2>
      <a:accent1>
        <a:srgbClr val="002F6C"/>
      </a:accent1>
      <a:accent2>
        <a:srgbClr val="00809E"/>
      </a:accent2>
      <a:accent3>
        <a:srgbClr val="00968F"/>
      </a:accent3>
      <a:accent4>
        <a:srgbClr val="F7D117"/>
      </a:accent4>
      <a:accent5>
        <a:srgbClr val="64B3E8"/>
      </a:accent5>
      <a:accent6>
        <a:srgbClr val="A4899F"/>
      </a:accent6>
      <a:hlink>
        <a:srgbClr val="0563C1"/>
      </a:hlink>
      <a:folHlink>
        <a:srgbClr val="A4899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ockheed-Martin-PowerPoint.potx" id="{F5550D92-7486-47F4-91DE-4A8E6667CA85}" vid="{47DF0841-1615-49C7-8808-456C235F981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6E9DD83906334983F4FEC36AB99707" ma:contentTypeVersion="3" ma:contentTypeDescription="Create a new document." ma:contentTypeScope="" ma:versionID="5d5ee1466696a953e08bb9c872e21cfa">
  <xsd:schema xmlns:xsd="http://www.w3.org/2001/XMLSchema" xmlns:xs="http://www.w3.org/2001/XMLSchema" xmlns:p="http://schemas.microsoft.com/office/2006/metadata/properties" xmlns:ns2="135297ab-eee8-42c7-83b9-def3501f7320" targetNamespace="http://schemas.microsoft.com/office/2006/metadata/properties" ma:root="true" ma:fieldsID="b63e49f34d2db740ffc3819938d913d4" ns2:_="">
    <xsd:import namespace="135297ab-eee8-42c7-83b9-def3501f732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297ab-eee8-42c7-83b9-def3501f73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2C3178-BE5B-4CE1-A390-8E795CE593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297ab-eee8-42c7-83b9-def3501f73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54F19E-6311-4458-B89A-7E8756889B77}">
  <ds:schemaRefs>
    <ds:schemaRef ds:uri="5cf04070-2750-46b0-8af1-d1d2ea0e49b0"/>
    <ds:schemaRef ds:uri="e87d2477-af4d-4ec5-a663-93638d97b2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CF7F18-3ECF-4770-86EF-8C3E59BF39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2618</TotalTime>
  <Words>629</Words>
  <Application>Microsoft Office PowerPoint</Application>
  <PresentationFormat>Widescreen</PresentationFormat>
  <Paragraphs>80</Paragraphs>
  <Slides>5</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vt:i4>
      </vt:variant>
    </vt:vector>
  </HeadingPairs>
  <TitlesOfParts>
    <vt:vector size="15" baseType="lpstr">
      <vt:lpstr>Agency FB</vt:lpstr>
      <vt:lpstr>Arial</vt:lpstr>
      <vt:lpstr>Arial Nova Cond</vt:lpstr>
      <vt:lpstr>Calibri</vt:lpstr>
      <vt:lpstr>Calibri Light</vt:lpstr>
      <vt:lpstr>Symbol</vt:lpstr>
      <vt:lpstr>Times New Roman</vt:lpstr>
      <vt:lpstr>Wingdings</vt:lpstr>
      <vt:lpstr>Office Theme</vt:lpstr>
      <vt:lpstr>1_Office Theme</vt:lpstr>
      <vt:lpstr>PowerPoint Presentation</vt:lpstr>
      <vt:lpstr>2026 Intern Project – TLS (Training, Logistics, Simulation)</vt:lpstr>
      <vt:lpstr>TLS 2026 SOW Recap</vt:lpstr>
      <vt:lpstr>Trainer Selection Criteria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Moore, Adam P</dc:creator>
  <cp:lastModifiedBy>Burchett, Chase M (US)</cp:lastModifiedBy>
  <cp:revision>11</cp:revision>
  <dcterms:created xsi:type="dcterms:W3CDTF">2024-09-29T19:41:16Z</dcterms:created>
  <dcterms:modified xsi:type="dcterms:W3CDTF">2026-02-24T00:17:13Z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ff4e3a-8082-4355-bfa2-eadbbcdfeaaf_Enabled">
    <vt:lpwstr>true</vt:lpwstr>
  </property>
  <property fmtid="{D5CDD505-2E9C-101B-9397-08002B2CF9AE}" pid="3" name="MSIP_Label_2fff4e3a-8082-4355-bfa2-eadbbcdfeaaf_SetDate">
    <vt:lpwstr>2024-09-30T11:33:34Z</vt:lpwstr>
  </property>
  <property fmtid="{D5CDD505-2E9C-101B-9397-08002B2CF9AE}" pid="4" name="MSIP_Label_2fff4e3a-8082-4355-bfa2-eadbbcdfeaaf_Method">
    <vt:lpwstr>Privileged</vt:lpwstr>
  </property>
  <property fmtid="{D5CDD505-2E9C-101B-9397-08002B2CF9AE}" pid="5" name="MSIP_Label_2fff4e3a-8082-4355-bfa2-eadbbcdfeaaf_Name">
    <vt:lpwstr>Lockheed Martin Proprietary Information (LMPI)</vt:lpwstr>
  </property>
  <property fmtid="{D5CDD505-2E9C-101B-9397-08002B2CF9AE}" pid="6" name="MSIP_Label_2fff4e3a-8082-4355-bfa2-eadbbcdfeaaf_SiteId">
    <vt:lpwstr>b18f006c-b0fc-467d-b23a-a35b5695b5dc</vt:lpwstr>
  </property>
  <property fmtid="{D5CDD505-2E9C-101B-9397-08002B2CF9AE}" pid="7" name="MSIP_Label_2fff4e3a-8082-4355-bfa2-eadbbcdfeaaf_ActionId">
    <vt:lpwstr>bbe98185-3160-48a6-b760-b4f79446d13b</vt:lpwstr>
  </property>
  <property fmtid="{D5CDD505-2E9C-101B-9397-08002B2CF9AE}" pid="8" name="MSIP_Label_2fff4e3a-8082-4355-bfa2-eadbbcdfeaaf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Lockheed Martin Proprietary Information</vt:lpwstr>
  </property>
  <property fmtid="{D5CDD505-2E9C-101B-9397-08002B2CF9AE}" pid="11" name="ClassificationContentMarkingHeaderLocations">
    <vt:lpwstr>Office Theme:9</vt:lpwstr>
  </property>
  <property fmtid="{D5CDD505-2E9C-101B-9397-08002B2CF9AE}" pid="12" name="ClassificationContentMarkingHeaderText">
    <vt:lpwstr>Lockheed Martin Proprietary Information</vt:lpwstr>
  </property>
  <property fmtid="{D5CDD505-2E9C-101B-9397-08002B2CF9AE}" pid="13" name="ContentTypeId">
    <vt:lpwstr>0x010100216E9DD83906334983F4FEC36AB99707</vt:lpwstr>
  </property>
  <property fmtid="{D5CDD505-2E9C-101B-9397-08002B2CF9AE}" pid="14" name="MediaServiceImageTags">
    <vt:lpwstr/>
  </property>
  <property fmtid="{D5CDD505-2E9C-101B-9397-08002B2CF9AE}" pid="15" name="Order">
    <vt:r8>13500</vt:r8>
  </property>
  <property fmtid="{D5CDD505-2E9C-101B-9397-08002B2CF9AE}" pid="16" name="xd_Signature">
    <vt:bool>false</vt:bool>
  </property>
  <property fmtid="{D5CDD505-2E9C-101B-9397-08002B2CF9AE}" pid="17" name="xd_ProgID">
    <vt:lpwstr/>
  </property>
  <property fmtid="{D5CDD505-2E9C-101B-9397-08002B2CF9AE}" pid="18" name="_SourceUrl">
    <vt:lpwstr/>
  </property>
  <property fmtid="{D5CDD505-2E9C-101B-9397-08002B2CF9AE}" pid="19" name="_SharedFileIndex">
    <vt:lpwstr/>
  </property>
  <property fmtid="{D5CDD505-2E9C-101B-9397-08002B2CF9AE}" pid="20" name="ComplianceAssetId">
    <vt:lpwstr/>
  </property>
  <property fmtid="{D5CDD505-2E9C-101B-9397-08002B2CF9AE}" pid="21" name="TemplateUrl">
    <vt:lpwstr/>
  </property>
  <property fmtid="{D5CDD505-2E9C-101B-9397-08002B2CF9AE}" pid="22" name="_ExtendedDescription">
    <vt:lpwstr/>
  </property>
  <property fmtid="{D5CDD505-2E9C-101B-9397-08002B2CF9AE}" pid="23" name="TriggerFlowInfo">
    <vt:lpwstr/>
  </property>
</Properties>
</file>